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58" r:id="rId4"/>
    <p:sldId id="259" r:id="rId5"/>
  </p:sldIdLst>
  <p:sldSz cx="12192000" cy="6858000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A73B4C-9CF7-B959-04E7-06234D34D1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A1B32D-8E12-2C27-8D06-BB34EC0B7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CFCAE4E-B238-24B4-B35F-909655DE5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43BEE5-5743-40D2-7F86-7B1C9CB05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4EB06E-8C35-505F-8AAA-275AB47E3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345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F442F9-AB9B-547E-6993-9463E252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5EC174-3A10-F3C9-9486-5DB46FB2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BED674-02B5-F9B5-DF18-700026C4F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0D4CA4-E356-73BB-0905-E55402F44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2477A4-B0E9-F5AB-5729-C5C0BF016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80076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4624-B72D-036E-18E3-50F312312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7FB694-1499-5E40-7E9B-A5A6EEB00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40443-A701-8AE8-142D-250D2C384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A584EC-8480-DC9D-F20F-B2D62BEBD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C5B3A3-4908-42B8-9DE9-BF98E336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625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0B95C0-CEC4-79EE-1555-B40A1D998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1D1919-65D4-56C8-913D-43D7FB9D1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0D092-3BE0-B74F-B9BE-71BF3F2A0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7CE6D-AC23-1D4C-FED1-E1A4747A4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260227-699E-32F1-309B-6CA622F01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075391-749A-789F-0F53-E2CE6248E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7236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F3A28D-B4E2-0801-4F0C-5452B9FBB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3F7E03-8B9A-7C4D-83EA-36F570798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AF3F01-262E-FB26-A366-B0E43D90D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D3F7D3C-9D90-50FB-4369-00ABDD1DD4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D623E25-F0F4-F673-E2FD-11F91E8812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C31CADA-D8CE-52E0-E6CB-19CAF0BEA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EE8F592-0808-6E87-1CD1-B6DC7C30F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955713-C989-8FE9-9FCD-81DC5709B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2D21C-627D-DF33-4774-2D6A7751D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F835714-C670-9260-15C4-16535AF43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E03061-6702-35AB-5B13-0EDE99C7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0C43E2-4D26-21D2-A993-949D5A96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8428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F54569-8FA1-481B-B011-9A71DF6DC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150EB5-7FE0-7222-85F6-C2C86B72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A4B12-B3E4-A251-5F6C-0C2CE0F60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5964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7BEC6-761A-2CBB-F770-8E552B16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68840-6E56-880E-967D-AF34D2453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5B45C5-7DDA-1330-1727-9AD8F2A370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5C1DA54-5C43-A501-3C47-39B02973D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2DD364-5BAB-2A77-E5C0-B9ADB7407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1552220-A4A9-313C-97F1-7F6CBD82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885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AA37A9-A295-41C0-B78B-1E36162C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B1CF0D-8409-5C6F-037C-019F729DC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ED759AE-4D78-B50A-ED4F-BE6252342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300956-E827-9D52-AFD7-9D916997D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DE38961-275A-D2F6-FF70-704D3254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856B3B-6460-014F-0166-393F5BA47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847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20051-479B-8615-7487-CD676C665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F6BD11A-CE8A-7AA4-DE09-55EF29D7FE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59581D-268C-ED8E-7740-0F73C18CE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24142E-7C4B-5816-9223-CE0D6E044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A765EB-70E5-89EC-2AC1-F777122E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8021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92E0708-7EA5-1FE7-CE37-2C460CFE7D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64B323-910B-3410-71E4-02E3F13D9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9952BF-89D1-60CB-D203-0741C8786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402EF2-0899-6090-FD05-50AF06159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E316AB-D788-A04F-1AC2-6F3A8EC8D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61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0FBFEEF-3C9F-E096-77F2-02B3D327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80CB22-92C9-C042-9211-4A106A933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25EE32-490E-5C27-EFC0-C58AADC66E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F78A9D-11A7-4529-9724-7005CF581704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93219D-E0BF-CCE4-1AB9-7E17337F4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082303-6353-3430-E01C-3DB065DD1B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824F7-6359-42A5-9B4D-554170066C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7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3EF651CF-C5B1-8814-2EBF-8ED99E202B8F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CE891998-ADC0-9E0B-51DC-87AFA74434BC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BEC64334-46EB-AA43-1E61-D7F97AA3BFD5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8B969E8D-7EF0-E47D-7B8E-EBAE2B10A3A5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EFBC9853-43BA-AD20-0F78-7862DB077D6A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84136122-E995-8CD7-5D3B-14B8729F1ED6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6716B5F9-B435-E565-2F5F-6F57DBD07F08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5DED76D6-FEB0-51DE-4569-44C3E6F92851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7CE883C8-D890-1856-0250-69256E190D47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E6E60D37-D91B-71C9-0DA7-86696803D6C1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0C12B22-E6B8-783B-B22E-98AF1E740AD3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ADC3A38-6F78-B3CA-0BAE-DF2BDC970456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8CF9DDB-998D-7184-D202-73DBEE35AD93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F436322-3240-84D9-ECB3-9E05D9395E03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A4076D7-9C22-AA55-3427-1025E389F4E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63F5974-1E15-6C43-C1E3-710F7AA08A28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6A8D3DC-0603-DE16-889D-305DC896F47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B343F95-DB70-8C97-F032-81FB2A58857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AC48299-3F0A-E7BE-5D8D-9D461F91990C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11ECCD9D-AFD3-0527-F112-137F4C9D511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D0BE3AED-4DFF-9523-830D-BB0D9A9F844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B96A4F70-1C6A-62F2-EC76-D95AEB643838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1848DDA2-C13C-1233-FEDE-3253502C401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676C667-2395-E764-AD26-ED05EA2574C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165CB9B0-8BD5-FA2C-BE1D-0D67D94D71DC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8D2D9A34-FE1F-0264-A40D-BEBBC443346D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3F62AB30-39F1-3083-B82A-33498B42210E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01098B57-9546-6B4B-837B-2AFE23444788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CD2976AC-3470-924D-253F-0DD01A6C470C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A1D8D4B8-9935-16AF-289E-F762476CEFB5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40598AE0-94BE-F558-CD61-203C96449DCC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173B11D3-EF9A-9FC5-4E89-2A252902C15E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EE10CF8-8DA8-CDE0-0D84-C8A273EA6E8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E1B92D6-FB65-61B8-56AA-7D4C92187B8C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D2C2A5E-A9B6-F222-4A7D-B7A200D12AE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DBEF420-162F-C79A-C72B-947EFF48DB94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FE4F5FBA-9C2C-934E-BA44-ECEBE6C43348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FB4B364A-5F74-CDDC-02A7-AB3EAD1FB41B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785E3495-EE39-4333-9C59-4E71B5B3865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6557633-F231-61C7-1AA4-49E0F9FDB180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EF2B4A-9781-DF44-2307-173B30308F6E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A577124-8EF1-A94B-242C-D7EEC6622DF5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DE412744-8869-67F4-E943-EA96C28A957B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98E0A64-BA89-C934-3994-A4FAB3BC2288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59B5B385-AF82-960F-C301-18C3666EDCB2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D3EDB7A1-5190-8E6A-F981-D52843FB0A4C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E59FBEA7-7EFF-B604-BEC9-DCBE17387156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22E22580-970D-7531-8D5C-6F614A40310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EEFA1A5D-6680-6A67-57A1-EB9E91DE0177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F6F9898-F4EB-2E7D-9F1D-5D110072548D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F4DFF725-D0D6-8F11-FE54-4DB3955D830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007131C0-4DA8-F54C-4D28-912FACAC269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29A6AE6C-9231-8D64-1F26-6917C54DED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C2120F5B-A388-FC81-62FE-3BBA9E7B563F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B588F03E-BB8A-F80E-D005-4B05969FB65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4BE96039-43FE-1AC2-9B2E-DD28FDD1662B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87B6BEE3-AB83-3C34-00DF-2515453371CF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E6D32125-DE70-8A50-DF68-8333646D4144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6FA35AA6-E95D-89F1-0A1D-637A00F3FFD6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E16BADE4-EB37-B2EF-DCED-00449B8D0AF6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57E7634B-039B-4418-D965-FEA75986C62E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67DFA5CC-E52F-C2E2-72B1-1601C780E403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DAA162-122F-373C-42E3-81EA942A7A8D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CEFE8386-DA4B-B93D-7DB8-25F2DC0B8161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BEE7A6D2-9813-29E1-32F0-8A74C0E51310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5F7C72A7-A380-2719-92AB-0BDCCB30BBD0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FA010EC-5083-2347-6320-554F24AFA0AE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6C1EDD0F-31DF-2A86-B8AB-473286B30EE3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14435AB6-3ADF-B3A2-3034-30170FAB4092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8EC8A205-69B5-1AE2-53F6-29FD7B2C3609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6544F5F8-BAAE-7EC3-65F6-979FBF06ACFB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366EB880-6388-066E-79BF-8F553738C385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D959D8DD-039E-2AC8-3038-5C48FD78DE04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C37D1B0A-FF2E-3867-7A0D-E6D8D990D2D1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D59A3976-DEDC-1D41-CC2E-75BD8F689023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25B65E21-6C4F-8F0F-23CF-7DBED8D08F25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9E42E1BF-0E1E-833C-E58F-7B4DAB956885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B9C6D8D3-5D03-2A99-EE59-2F6961DDCEE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3F5EF765-78EE-26A5-4F36-AA0B7B954BC6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7F1F33E-5505-156C-2997-05A64A3E5DB7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45480462-0FA5-9FC8-0AD1-6E131D0DCA65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803536AF-CE02-A128-F30E-C564E346CE2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0558C846-0B9B-63E8-B59C-174AEE5C6067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C2573C8C-9FE7-2F04-F09C-16E6896A94F9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FDBF843A-524C-BA43-1DC2-C73D72361BAA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E22134B5-60FC-F4AD-0730-147FA1A4E65C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9C34F4D7-6321-C52C-86D7-CD3E17C09A55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851B37EB-BC72-E49E-CBAC-9C99CEACF470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7C6C19A9-40DB-553E-5C0B-6A44DED5CFDC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682C68BC-D10E-C899-E63C-B1AD38D34016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A5596340-8BD2-2C98-6B7F-0731499AFFFB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A739CAB-5EE9-BFA7-1C91-7CC60AFC1672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CA142369-F459-B3CD-10F6-92F402E41F86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D8755B72-8DFD-D56C-BCEC-9F6EF0E11758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A2128A06-D85E-3829-31D6-F21D085722FE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1EE51422-25F1-AAE1-99A7-E4D35DCFDF04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924B92ED-FFBC-F168-593D-B2AD6C6C6F75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0C73A7F3-5F32-80FB-1290-04A2D069449C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64EA5ED0-0003-6E30-72B7-823F6D86DFAE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CD671956-8561-56CF-F99C-00729F4E9F6D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60E78056-A31B-D282-5F95-DED29384C5CC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CB520685-74D3-6E3F-1C63-D08F8805772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EB926C39-8802-0F23-9764-9B1E7666045C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F9D0E245-A3A8-7C62-6FDB-9D9F838F69A4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C7F42C55-C4B6-3061-ECAC-30D656C47CBE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91031A38-B45A-7DA3-47FD-9C3A168D7EE6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985A905-E675-ACE3-9ED0-596AEEACE6C3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E8929E7A-FC7C-56B3-E94C-4B47C546DFF6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F58ACF1-6B76-1AAE-24A7-7EEF5EAA093D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3DDDA7D-F6E7-DB9F-3323-FF4F7E2D1326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C75724-3D9E-F791-9D13-7DB5FCCA2D7F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4A61968-D5DE-2C5F-99A3-7595E93E9A6D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4285514B-A3F0-01B4-D7B1-559016BD9284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6396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4EB64-1D89-A5BC-5BEF-8BDFDE473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연결선: 구부러짐 92">
            <a:extLst>
              <a:ext uri="{FF2B5EF4-FFF2-40B4-BE49-F238E27FC236}">
                <a16:creationId xmlns:a16="http://schemas.microsoft.com/office/drawing/2014/main" id="{44684DEB-14B0-0051-5E3D-72B1CA56B051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4212590" y="3556794"/>
            <a:ext cx="1594446" cy="1531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구부러짐 65">
            <a:extLst>
              <a:ext uri="{FF2B5EF4-FFF2-40B4-BE49-F238E27FC236}">
                <a16:creationId xmlns:a16="http://schemas.microsoft.com/office/drawing/2014/main" id="{2473885A-B73B-E06C-37EC-8839044B7C09}"/>
              </a:ext>
            </a:extLst>
          </p:cNvPr>
          <p:cNvCxnSpPr>
            <a:cxnSpLocks/>
            <a:stCxn id="5" idx="3"/>
            <a:endCxn id="17" idx="1"/>
          </p:cNvCxnSpPr>
          <p:nvPr/>
        </p:nvCxnSpPr>
        <p:spPr>
          <a:xfrm flipV="1">
            <a:off x="4212590" y="2389191"/>
            <a:ext cx="1594446" cy="11676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연결선: 구부러짐 68">
            <a:extLst>
              <a:ext uri="{FF2B5EF4-FFF2-40B4-BE49-F238E27FC236}">
                <a16:creationId xmlns:a16="http://schemas.microsoft.com/office/drawing/2014/main" id="{621A4ED9-0C7A-F88F-4C8B-5C6B89F59987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 flipV="1">
            <a:off x="4212590" y="2719391"/>
            <a:ext cx="1594446" cy="8374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연결선: 구부러짐 71">
            <a:extLst>
              <a:ext uri="{FF2B5EF4-FFF2-40B4-BE49-F238E27FC236}">
                <a16:creationId xmlns:a16="http://schemas.microsoft.com/office/drawing/2014/main" id="{CC7641BF-3599-283D-93B7-7157D65BF806}"/>
              </a:ext>
            </a:extLst>
          </p:cNvPr>
          <p:cNvCxnSpPr>
            <a:cxnSpLocks/>
            <a:stCxn id="5" idx="3"/>
            <a:endCxn id="19" idx="1"/>
          </p:cNvCxnSpPr>
          <p:nvPr/>
        </p:nvCxnSpPr>
        <p:spPr>
          <a:xfrm flipV="1">
            <a:off x="4212590" y="3049591"/>
            <a:ext cx="1594446" cy="5072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연결선: 구부러짐 74">
            <a:extLst>
              <a:ext uri="{FF2B5EF4-FFF2-40B4-BE49-F238E27FC236}">
                <a16:creationId xmlns:a16="http://schemas.microsoft.com/office/drawing/2014/main" id="{3354AAA8-A36D-2661-D5DD-418A5D2B218D}"/>
              </a:ext>
            </a:extLst>
          </p:cNvPr>
          <p:cNvCxnSpPr>
            <a:cxnSpLocks/>
            <a:stCxn id="5" idx="3"/>
            <a:endCxn id="20" idx="1"/>
          </p:cNvCxnSpPr>
          <p:nvPr/>
        </p:nvCxnSpPr>
        <p:spPr>
          <a:xfrm flipV="1">
            <a:off x="4212590" y="3379791"/>
            <a:ext cx="1594446" cy="1770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연결선: 구부러짐 80">
            <a:extLst>
              <a:ext uri="{FF2B5EF4-FFF2-40B4-BE49-F238E27FC236}">
                <a16:creationId xmlns:a16="http://schemas.microsoft.com/office/drawing/2014/main" id="{5A4CA36E-2FC7-079F-3F4D-06EF601092EA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4212590" y="3556794"/>
            <a:ext cx="1594446" cy="4833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연결선: 구부러짐 83">
            <a:extLst>
              <a:ext uri="{FF2B5EF4-FFF2-40B4-BE49-F238E27FC236}">
                <a16:creationId xmlns:a16="http://schemas.microsoft.com/office/drawing/2014/main" id="{3B4F9C4A-26E7-8070-4941-E905538BD215}"/>
              </a:ext>
            </a:extLst>
          </p:cNvPr>
          <p:cNvCxnSpPr>
            <a:cxnSpLocks/>
            <a:stCxn id="5" idx="3"/>
            <a:endCxn id="23" idx="1"/>
          </p:cNvCxnSpPr>
          <p:nvPr/>
        </p:nvCxnSpPr>
        <p:spPr>
          <a:xfrm>
            <a:off x="4212590" y="3556794"/>
            <a:ext cx="1594446" cy="8135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연결선: 구부러짐 86">
            <a:extLst>
              <a:ext uri="{FF2B5EF4-FFF2-40B4-BE49-F238E27FC236}">
                <a16:creationId xmlns:a16="http://schemas.microsoft.com/office/drawing/2014/main" id="{97A4DED9-A46B-4C5F-7D44-C6223CC18820}"/>
              </a:ext>
            </a:extLst>
          </p:cNvPr>
          <p:cNvCxnSpPr>
            <a:cxnSpLocks/>
            <a:stCxn id="5" idx="3"/>
            <a:endCxn id="24" idx="1"/>
          </p:cNvCxnSpPr>
          <p:nvPr/>
        </p:nvCxnSpPr>
        <p:spPr>
          <a:xfrm>
            <a:off x="4212590" y="3556794"/>
            <a:ext cx="1594446" cy="11437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구부러짐 89">
            <a:extLst>
              <a:ext uri="{FF2B5EF4-FFF2-40B4-BE49-F238E27FC236}">
                <a16:creationId xmlns:a16="http://schemas.microsoft.com/office/drawing/2014/main" id="{82A51DA9-FD21-38A5-4A1E-C8B46732DF90}"/>
              </a:ext>
            </a:extLst>
          </p:cNvPr>
          <p:cNvCxnSpPr>
            <a:cxnSpLocks/>
            <a:stCxn id="5" idx="3"/>
            <a:endCxn id="25" idx="1"/>
          </p:cNvCxnSpPr>
          <p:nvPr/>
        </p:nvCxnSpPr>
        <p:spPr>
          <a:xfrm>
            <a:off x="4212590" y="3556794"/>
            <a:ext cx="1594446" cy="14739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직사각형 1">
            <a:extLst>
              <a:ext uri="{FF2B5EF4-FFF2-40B4-BE49-F238E27FC236}">
                <a16:creationId xmlns:a16="http://schemas.microsoft.com/office/drawing/2014/main" id="{2B6CE713-58E1-4489-08D2-EF0EC0EF80A8}"/>
              </a:ext>
            </a:extLst>
          </p:cNvPr>
          <p:cNvSpPr/>
          <p:nvPr/>
        </p:nvSpPr>
        <p:spPr>
          <a:xfrm>
            <a:off x="401318" y="2093757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D7E367B-6692-36EE-A642-1EB4DC1BA11A}"/>
              </a:ext>
            </a:extLst>
          </p:cNvPr>
          <p:cNvSpPr/>
          <p:nvPr/>
        </p:nvSpPr>
        <p:spPr>
          <a:xfrm>
            <a:off x="1118868" y="3228819"/>
            <a:ext cx="717550" cy="65087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Decoder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49A098B-0831-E347-A7F6-5DA4FD0DA679}"/>
              </a:ext>
            </a:extLst>
          </p:cNvPr>
          <p:cNvSpPr/>
          <p:nvPr/>
        </p:nvSpPr>
        <p:spPr>
          <a:xfrm>
            <a:off x="1988818" y="3426462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DB59C59-C402-2B4D-76E9-399B6D24C467}"/>
              </a:ext>
            </a:extLst>
          </p:cNvPr>
          <p:cNvSpPr/>
          <p:nvPr/>
        </p:nvSpPr>
        <p:spPr>
          <a:xfrm>
            <a:off x="3557270" y="3429000"/>
            <a:ext cx="65532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Router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03A5785-F276-1C01-6750-4CA73711220D}"/>
              </a:ext>
            </a:extLst>
          </p:cNvPr>
          <p:cNvGrpSpPr/>
          <p:nvPr/>
        </p:nvGrpSpPr>
        <p:grpSpPr>
          <a:xfrm>
            <a:off x="5807036" y="2261397"/>
            <a:ext cx="520700" cy="2897187"/>
            <a:chOff x="3435350" y="2120106"/>
            <a:chExt cx="520700" cy="289718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4AB7E1F5-8274-B066-5FA2-DA6C607353F2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B8FBFA16-620D-AAEC-0FF5-C39BB0F73821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061E66A-14CC-CD56-0539-78D7D9EDFA93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C4592089-396C-8376-0E9D-562855829D10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CE0DE31C-91B5-3342-4561-10C82F061029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09B877D-F291-5FA3-6144-501EA01F5C0D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174B9E56-93DB-52FC-37F0-1E3C7B02640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96702CC-21D2-31C8-211D-7C37A521BEE9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2EDCC71F-C46B-A60E-05B5-579503A896E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29" name="연결선: 구부러짐 28">
            <a:extLst>
              <a:ext uri="{FF2B5EF4-FFF2-40B4-BE49-F238E27FC236}">
                <a16:creationId xmlns:a16="http://schemas.microsoft.com/office/drawing/2014/main" id="{7E09F273-56F1-8237-AEBA-A0D65ABA8E38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 flipV="1">
            <a:off x="4212590" y="2224091"/>
            <a:ext cx="762596" cy="1332703"/>
          </a:xfrm>
          <a:prstGeom prst="curvedConnector3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구부러짐 31">
            <a:extLst>
              <a:ext uri="{FF2B5EF4-FFF2-40B4-BE49-F238E27FC236}">
                <a16:creationId xmlns:a16="http://schemas.microsoft.com/office/drawing/2014/main" id="{0F5C7ED4-1060-A74A-205B-57DA869A4676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 flipV="1">
            <a:off x="4212590" y="2554291"/>
            <a:ext cx="762596" cy="10025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구부러짐 34">
            <a:extLst>
              <a:ext uri="{FF2B5EF4-FFF2-40B4-BE49-F238E27FC236}">
                <a16:creationId xmlns:a16="http://schemas.microsoft.com/office/drawing/2014/main" id="{22EACFD2-CC12-6C3D-6451-D3337C679970}"/>
              </a:ext>
            </a:extLst>
          </p:cNvPr>
          <p:cNvCxnSpPr>
            <a:cxnSpLocks/>
            <a:stCxn id="5" idx="3"/>
            <a:endCxn id="8" idx="1"/>
          </p:cNvCxnSpPr>
          <p:nvPr/>
        </p:nvCxnSpPr>
        <p:spPr>
          <a:xfrm flipV="1">
            <a:off x="4212590" y="2884491"/>
            <a:ext cx="762596" cy="6723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구부러짐 37">
            <a:extLst>
              <a:ext uri="{FF2B5EF4-FFF2-40B4-BE49-F238E27FC236}">
                <a16:creationId xmlns:a16="http://schemas.microsoft.com/office/drawing/2014/main" id="{F5BDD9BE-90D3-29B7-4894-A159941B5DC9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 flipV="1">
            <a:off x="4212590" y="3214691"/>
            <a:ext cx="762596" cy="3421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연결선: 구부러짐 40">
            <a:extLst>
              <a:ext uri="{FF2B5EF4-FFF2-40B4-BE49-F238E27FC236}">
                <a16:creationId xmlns:a16="http://schemas.microsoft.com/office/drawing/2014/main" id="{4571798D-F9DC-96D7-2F6A-41660196AD2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 flipV="1">
            <a:off x="4212590" y="3544891"/>
            <a:ext cx="762596" cy="11903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연결선: 구부러짐 43">
            <a:extLst>
              <a:ext uri="{FF2B5EF4-FFF2-40B4-BE49-F238E27FC236}">
                <a16:creationId xmlns:a16="http://schemas.microsoft.com/office/drawing/2014/main" id="{0A343097-A486-4CD9-C7E4-3C4CD618622E}"/>
              </a:ext>
            </a:extLst>
          </p:cNvPr>
          <p:cNvCxnSpPr>
            <a:cxnSpLocks/>
            <a:stCxn id="5" idx="3"/>
            <a:endCxn id="11" idx="1"/>
          </p:cNvCxnSpPr>
          <p:nvPr/>
        </p:nvCxnSpPr>
        <p:spPr>
          <a:xfrm>
            <a:off x="4212590" y="3556794"/>
            <a:ext cx="762596" cy="3182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연결선: 구부러짐 46">
            <a:extLst>
              <a:ext uri="{FF2B5EF4-FFF2-40B4-BE49-F238E27FC236}">
                <a16:creationId xmlns:a16="http://schemas.microsoft.com/office/drawing/2014/main" id="{B1C20770-D36D-2273-87FD-C87243793F89}"/>
              </a:ext>
            </a:extLst>
          </p:cNvPr>
          <p:cNvCxnSpPr>
            <a:cxnSpLocks/>
            <a:stCxn id="5" idx="3"/>
            <a:endCxn id="12" idx="1"/>
          </p:cNvCxnSpPr>
          <p:nvPr/>
        </p:nvCxnSpPr>
        <p:spPr>
          <a:xfrm>
            <a:off x="4212590" y="3556794"/>
            <a:ext cx="762596" cy="6484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연결선: 구부러짐 49">
            <a:extLst>
              <a:ext uri="{FF2B5EF4-FFF2-40B4-BE49-F238E27FC236}">
                <a16:creationId xmlns:a16="http://schemas.microsoft.com/office/drawing/2014/main" id="{D15F3179-0278-C7E4-D002-F0234D8F24CD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4212590" y="3556794"/>
            <a:ext cx="762596" cy="9786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연결선: 구부러짐 52">
            <a:extLst>
              <a:ext uri="{FF2B5EF4-FFF2-40B4-BE49-F238E27FC236}">
                <a16:creationId xmlns:a16="http://schemas.microsoft.com/office/drawing/2014/main" id="{426C83CC-BA12-F108-31C3-F61D517F74FC}"/>
              </a:ext>
            </a:extLst>
          </p:cNvPr>
          <p:cNvCxnSpPr>
            <a:cxnSpLocks/>
            <a:stCxn id="5" idx="3"/>
            <a:endCxn id="14" idx="1"/>
          </p:cNvCxnSpPr>
          <p:nvPr/>
        </p:nvCxnSpPr>
        <p:spPr>
          <a:xfrm>
            <a:off x="4212590" y="3556794"/>
            <a:ext cx="762596" cy="1308897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EFB103F-9C5E-7103-9D6C-D08B2EF751C1}"/>
              </a:ext>
            </a:extLst>
          </p:cNvPr>
          <p:cNvGrpSpPr/>
          <p:nvPr/>
        </p:nvGrpSpPr>
        <p:grpSpPr>
          <a:xfrm>
            <a:off x="4975186" y="2096297"/>
            <a:ext cx="520700" cy="2897187"/>
            <a:chOff x="3435350" y="2120106"/>
            <a:chExt cx="520700" cy="2897187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2463550-A89B-1637-AAB8-7C59F0D473BD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E8FAA52-0632-EBD2-A039-D14A6048C4CE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F0D48F2-002C-D4B5-3C39-86049942881A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7F2FE06-A86F-349E-74E6-7C35287D4FA2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7CEAB5F-7405-8675-6DC5-DD194ED8E968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E4CC9A1-4C5C-2DC3-BF6D-D7F829EB335E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45BDDB2-16A8-8087-038A-3AA0854FC826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2F4B7B-91DE-51A4-6EBF-48D5AD29B180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6CDE8E6-6A25-6C1A-BF18-349F80B0AAC8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649E6884-929D-B99C-C8B9-F0CEF841EFD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420618" y="3554256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직선 화살표 연결선 97">
            <a:extLst>
              <a:ext uri="{FF2B5EF4-FFF2-40B4-BE49-F238E27FC236}">
                <a16:creationId xmlns:a16="http://schemas.microsoft.com/office/drawing/2014/main" id="{A47A7DB0-9A2A-7D2F-387F-925BB45F678F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 flipV="1">
            <a:off x="1836418" y="3554256"/>
            <a:ext cx="15240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4D22093C-FD3A-A457-BEA2-089796852803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966468" y="3554257"/>
            <a:ext cx="1524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5285E0A8-3833-F659-DE32-FBE64EE42D72}"/>
              </a:ext>
            </a:extLst>
          </p:cNvPr>
          <p:cNvGrpSpPr/>
          <p:nvPr/>
        </p:nvGrpSpPr>
        <p:grpSpPr>
          <a:xfrm>
            <a:off x="6638886" y="2096296"/>
            <a:ext cx="520700" cy="2897187"/>
            <a:chOff x="3435350" y="2120106"/>
            <a:chExt cx="520700" cy="2897187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B87E0748-0901-9068-F923-C32B5761D6C9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6AD448C9-BAA5-A58E-7567-8615947F8862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8" name="직사각형 107">
              <a:extLst>
                <a:ext uri="{FF2B5EF4-FFF2-40B4-BE49-F238E27FC236}">
                  <a16:creationId xmlns:a16="http://schemas.microsoft.com/office/drawing/2014/main" id="{178282C1-1AF0-93AD-BAF6-AEEBA70FF1BD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E0ECE42E-50CE-B900-9E82-8B3FBB48BB5E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6D8B2619-1E52-A703-0B5B-6C42D38EFECA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D394ACF0-2545-FB1E-7DC8-0DFD80F07DD9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2" name="직사각형 111">
              <a:extLst>
                <a:ext uri="{FF2B5EF4-FFF2-40B4-BE49-F238E27FC236}">
                  <a16:creationId xmlns:a16="http://schemas.microsoft.com/office/drawing/2014/main" id="{80C82A42-94DF-4C2D-74D2-ED4AB6A8AA2C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2C720572-C552-19DD-7379-0218E1A954A4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4" name="직사각형 113">
              <a:extLst>
                <a:ext uri="{FF2B5EF4-FFF2-40B4-BE49-F238E27FC236}">
                  <a16:creationId xmlns:a16="http://schemas.microsoft.com/office/drawing/2014/main" id="{E13048B4-5EF7-EF00-FD22-311FFD3D136B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FPU9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15" name="연결선: 구부러짐 114">
            <a:extLst>
              <a:ext uri="{FF2B5EF4-FFF2-40B4-BE49-F238E27FC236}">
                <a16:creationId xmlns:a16="http://schemas.microsoft.com/office/drawing/2014/main" id="{AE825F7B-C139-E862-4779-0B815D6925BD}"/>
              </a:ext>
            </a:extLst>
          </p:cNvPr>
          <p:cNvCxnSpPr>
            <a:cxnSpLocks/>
            <a:stCxn id="6" idx="3"/>
            <a:endCxn id="106" idx="1"/>
          </p:cNvCxnSpPr>
          <p:nvPr/>
        </p:nvCxnSpPr>
        <p:spPr>
          <a:xfrm flipV="1">
            <a:off x="5495886" y="2224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구부러짐 117">
            <a:extLst>
              <a:ext uri="{FF2B5EF4-FFF2-40B4-BE49-F238E27FC236}">
                <a16:creationId xmlns:a16="http://schemas.microsoft.com/office/drawing/2014/main" id="{BF618862-71F4-7212-552F-BDEA1EFC461C}"/>
              </a:ext>
            </a:extLst>
          </p:cNvPr>
          <p:cNvCxnSpPr>
            <a:cxnSpLocks/>
            <a:stCxn id="7" idx="3"/>
            <a:endCxn id="107" idx="1"/>
          </p:cNvCxnSpPr>
          <p:nvPr/>
        </p:nvCxnSpPr>
        <p:spPr>
          <a:xfrm flipV="1">
            <a:off x="5495886" y="2554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연결선: 구부러짐 120">
            <a:extLst>
              <a:ext uri="{FF2B5EF4-FFF2-40B4-BE49-F238E27FC236}">
                <a16:creationId xmlns:a16="http://schemas.microsoft.com/office/drawing/2014/main" id="{1969E056-1C6B-A070-6D17-C250C1C39BCB}"/>
              </a:ext>
            </a:extLst>
          </p:cNvPr>
          <p:cNvCxnSpPr>
            <a:cxnSpLocks/>
            <a:stCxn id="8" idx="3"/>
            <a:endCxn id="108" idx="1"/>
          </p:cNvCxnSpPr>
          <p:nvPr/>
        </p:nvCxnSpPr>
        <p:spPr>
          <a:xfrm flipV="1">
            <a:off x="5495886" y="2884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연결선: 구부러짐 123">
            <a:extLst>
              <a:ext uri="{FF2B5EF4-FFF2-40B4-BE49-F238E27FC236}">
                <a16:creationId xmlns:a16="http://schemas.microsoft.com/office/drawing/2014/main" id="{134B2C40-A150-E6BC-23EB-CC9AB17EEAB0}"/>
              </a:ext>
            </a:extLst>
          </p:cNvPr>
          <p:cNvCxnSpPr>
            <a:cxnSpLocks/>
            <a:stCxn id="9" idx="3"/>
            <a:endCxn id="109" idx="1"/>
          </p:cNvCxnSpPr>
          <p:nvPr/>
        </p:nvCxnSpPr>
        <p:spPr>
          <a:xfrm flipV="1">
            <a:off x="5495886" y="3214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연결선: 구부러짐 126">
            <a:extLst>
              <a:ext uri="{FF2B5EF4-FFF2-40B4-BE49-F238E27FC236}">
                <a16:creationId xmlns:a16="http://schemas.microsoft.com/office/drawing/2014/main" id="{3FCA6F10-94FC-DDF0-6933-99A155ADBB73}"/>
              </a:ext>
            </a:extLst>
          </p:cNvPr>
          <p:cNvCxnSpPr>
            <a:cxnSpLocks/>
            <a:stCxn id="10" idx="3"/>
            <a:endCxn id="110" idx="1"/>
          </p:cNvCxnSpPr>
          <p:nvPr/>
        </p:nvCxnSpPr>
        <p:spPr>
          <a:xfrm flipV="1">
            <a:off x="5495886" y="35448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연결선: 구부러짐 129">
            <a:extLst>
              <a:ext uri="{FF2B5EF4-FFF2-40B4-BE49-F238E27FC236}">
                <a16:creationId xmlns:a16="http://schemas.microsoft.com/office/drawing/2014/main" id="{4970668F-C724-A021-6FDA-240AD284240B}"/>
              </a:ext>
            </a:extLst>
          </p:cNvPr>
          <p:cNvCxnSpPr>
            <a:cxnSpLocks/>
            <a:stCxn id="11" idx="3"/>
            <a:endCxn id="111" idx="1"/>
          </p:cNvCxnSpPr>
          <p:nvPr/>
        </p:nvCxnSpPr>
        <p:spPr>
          <a:xfrm flipV="1">
            <a:off x="5495886" y="38750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구부러짐 132">
            <a:extLst>
              <a:ext uri="{FF2B5EF4-FFF2-40B4-BE49-F238E27FC236}">
                <a16:creationId xmlns:a16="http://schemas.microsoft.com/office/drawing/2014/main" id="{1CC3906A-803B-F725-7D72-3EC1FC08BEA8}"/>
              </a:ext>
            </a:extLst>
          </p:cNvPr>
          <p:cNvCxnSpPr>
            <a:cxnSpLocks/>
            <a:stCxn id="12" idx="3"/>
            <a:endCxn id="112" idx="1"/>
          </p:cNvCxnSpPr>
          <p:nvPr/>
        </p:nvCxnSpPr>
        <p:spPr>
          <a:xfrm flipV="1">
            <a:off x="5495886" y="42052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연결선: 구부러짐 135">
            <a:extLst>
              <a:ext uri="{FF2B5EF4-FFF2-40B4-BE49-F238E27FC236}">
                <a16:creationId xmlns:a16="http://schemas.microsoft.com/office/drawing/2014/main" id="{CEFC14E8-0664-4E9A-ED0B-675CAAA76CFB}"/>
              </a:ext>
            </a:extLst>
          </p:cNvPr>
          <p:cNvCxnSpPr>
            <a:cxnSpLocks/>
            <a:stCxn id="13" idx="3"/>
            <a:endCxn id="113" idx="1"/>
          </p:cNvCxnSpPr>
          <p:nvPr/>
        </p:nvCxnSpPr>
        <p:spPr>
          <a:xfrm flipV="1">
            <a:off x="5495886" y="45354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연결선: 구부러짐 138">
            <a:extLst>
              <a:ext uri="{FF2B5EF4-FFF2-40B4-BE49-F238E27FC236}">
                <a16:creationId xmlns:a16="http://schemas.microsoft.com/office/drawing/2014/main" id="{B929DC9F-E8C0-B8A2-135B-5E017B62F7F0}"/>
              </a:ext>
            </a:extLst>
          </p:cNvPr>
          <p:cNvCxnSpPr>
            <a:cxnSpLocks/>
            <a:stCxn id="14" idx="3"/>
            <a:endCxn id="114" idx="1"/>
          </p:cNvCxnSpPr>
          <p:nvPr/>
        </p:nvCxnSpPr>
        <p:spPr>
          <a:xfrm flipV="1">
            <a:off x="5495886" y="4865690"/>
            <a:ext cx="1143000" cy="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연결선: 구부러짐 141">
            <a:extLst>
              <a:ext uri="{FF2B5EF4-FFF2-40B4-BE49-F238E27FC236}">
                <a16:creationId xmlns:a16="http://schemas.microsoft.com/office/drawing/2014/main" id="{AEA253C2-87E1-7D0E-B8FA-04727D16A49A}"/>
              </a:ext>
            </a:extLst>
          </p:cNvPr>
          <p:cNvCxnSpPr>
            <a:cxnSpLocks/>
            <a:stCxn id="17" idx="3"/>
            <a:endCxn id="106" idx="1"/>
          </p:cNvCxnSpPr>
          <p:nvPr/>
        </p:nvCxnSpPr>
        <p:spPr>
          <a:xfrm flipV="1">
            <a:off x="6327736" y="2224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구부러짐 145">
            <a:extLst>
              <a:ext uri="{FF2B5EF4-FFF2-40B4-BE49-F238E27FC236}">
                <a16:creationId xmlns:a16="http://schemas.microsoft.com/office/drawing/2014/main" id="{F96753E5-F53C-12FC-5717-19170E0E8353}"/>
              </a:ext>
            </a:extLst>
          </p:cNvPr>
          <p:cNvCxnSpPr>
            <a:cxnSpLocks/>
            <a:stCxn id="18" idx="3"/>
            <a:endCxn id="107" idx="1"/>
          </p:cNvCxnSpPr>
          <p:nvPr/>
        </p:nvCxnSpPr>
        <p:spPr>
          <a:xfrm flipV="1">
            <a:off x="6327736" y="2554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연결선: 구부러짐 149">
            <a:extLst>
              <a:ext uri="{FF2B5EF4-FFF2-40B4-BE49-F238E27FC236}">
                <a16:creationId xmlns:a16="http://schemas.microsoft.com/office/drawing/2014/main" id="{F3DAEABC-0BAC-87F0-E1FD-731920F0A545}"/>
              </a:ext>
            </a:extLst>
          </p:cNvPr>
          <p:cNvCxnSpPr>
            <a:cxnSpLocks/>
            <a:stCxn id="19" idx="3"/>
            <a:endCxn id="108" idx="1"/>
          </p:cNvCxnSpPr>
          <p:nvPr/>
        </p:nvCxnSpPr>
        <p:spPr>
          <a:xfrm flipV="1">
            <a:off x="6327736" y="2884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연결선: 구부러짐 152">
            <a:extLst>
              <a:ext uri="{FF2B5EF4-FFF2-40B4-BE49-F238E27FC236}">
                <a16:creationId xmlns:a16="http://schemas.microsoft.com/office/drawing/2014/main" id="{8CD62F8B-47E8-3E40-6A45-F6997DA58384}"/>
              </a:ext>
            </a:extLst>
          </p:cNvPr>
          <p:cNvCxnSpPr>
            <a:cxnSpLocks/>
            <a:stCxn id="20" idx="3"/>
            <a:endCxn id="109" idx="1"/>
          </p:cNvCxnSpPr>
          <p:nvPr/>
        </p:nvCxnSpPr>
        <p:spPr>
          <a:xfrm flipV="1">
            <a:off x="6327736" y="3214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연결선: 구부러짐 155">
            <a:extLst>
              <a:ext uri="{FF2B5EF4-FFF2-40B4-BE49-F238E27FC236}">
                <a16:creationId xmlns:a16="http://schemas.microsoft.com/office/drawing/2014/main" id="{8D684E13-9162-ED22-2133-B4517FDADB44}"/>
              </a:ext>
            </a:extLst>
          </p:cNvPr>
          <p:cNvCxnSpPr>
            <a:cxnSpLocks/>
            <a:stCxn id="21" idx="3"/>
            <a:endCxn id="110" idx="1"/>
          </p:cNvCxnSpPr>
          <p:nvPr/>
        </p:nvCxnSpPr>
        <p:spPr>
          <a:xfrm flipV="1">
            <a:off x="6327736" y="35448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구부러짐 158">
            <a:extLst>
              <a:ext uri="{FF2B5EF4-FFF2-40B4-BE49-F238E27FC236}">
                <a16:creationId xmlns:a16="http://schemas.microsoft.com/office/drawing/2014/main" id="{FD7023E7-57F5-1D0E-A00B-11087E4C118B}"/>
              </a:ext>
            </a:extLst>
          </p:cNvPr>
          <p:cNvCxnSpPr>
            <a:cxnSpLocks/>
            <a:stCxn id="22" idx="3"/>
            <a:endCxn id="111" idx="1"/>
          </p:cNvCxnSpPr>
          <p:nvPr/>
        </p:nvCxnSpPr>
        <p:spPr>
          <a:xfrm flipV="1">
            <a:off x="6327736" y="38750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연결선: 구부러짐 161">
            <a:extLst>
              <a:ext uri="{FF2B5EF4-FFF2-40B4-BE49-F238E27FC236}">
                <a16:creationId xmlns:a16="http://schemas.microsoft.com/office/drawing/2014/main" id="{4C4D4F46-0937-6362-FCE6-074CA23EF079}"/>
              </a:ext>
            </a:extLst>
          </p:cNvPr>
          <p:cNvCxnSpPr>
            <a:cxnSpLocks/>
            <a:stCxn id="23" idx="3"/>
            <a:endCxn id="112" idx="1"/>
          </p:cNvCxnSpPr>
          <p:nvPr/>
        </p:nvCxnSpPr>
        <p:spPr>
          <a:xfrm flipV="1">
            <a:off x="6327736" y="42052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연결선: 구부러짐 164">
            <a:extLst>
              <a:ext uri="{FF2B5EF4-FFF2-40B4-BE49-F238E27FC236}">
                <a16:creationId xmlns:a16="http://schemas.microsoft.com/office/drawing/2014/main" id="{0B383A4B-658F-662E-8566-FABC65AA0697}"/>
              </a:ext>
            </a:extLst>
          </p:cNvPr>
          <p:cNvCxnSpPr>
            <a:cxnSpLocks/>
            <a:stCxn id="24" idx="3"/>
            <a:endCxn id="113" idx="1"/>
          </p:cNvCxnSpPr>
          <p:nvPr/>
        </p:nvCxnSpPr>
        <p:spPr>
          <a:xfrm flipV="1">
            <a:off x="6327736" y="45354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연결선: 구부러짐 167">
            <a:extLst>
              <a:ext uri="{FF2B5EF4-FFF2-40B4-BE49-F238E27FC236}">
                <a16:creationId xmlns:a16="http://schemas.microsoft.com/office/drawing/2014/main" id="{FCEC5E3D-35D2-4CD1-6585-514C92C7ACDB}"/>
              </a:ext>
            </a:extLst>
          </p:cNvPr>
          <p:cNvCxnSpPr>
            <a:cxnSpLocks/>
            <a:stCxn id="25" idx="3"/>
            <a:endCxn id="114" idx="1"/>
          </p:cNvCxnSpPr>
          <p:nvPr/>
        </p:nvCxnSpPr>
        <p:spPr>
          <a:xfrm flipV="1">
            <a:off x="6327736" y="4865690"/>
            <a:ext cx="311150" cy="165101"/>
          </a:xfrm>
          <a:prstGeom prst="curvedConnector3">
            <a:avLst>
              <a:gd name="adj1" fmla="val 50000"/>
            </a:avLst>
          </a:prstGeom>
          <a:ln w="127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F9A29D05-1794-8E02-6AA5-3768C746EA1B}"/>
              </a:ext>
            </a:extLst>
          </p:cNvPr>
          <p:cNvGrpSpPr/>
          <p:nvPr/>
        </p:nvGrpSpPr>
        <p:grpSpPr>
          <a:xfrm>
            <a:off x="7470736" y="2096295"/>
            <a:ext cx="520700" cy="2897187"/>
            <a:chOff x="3435350" y="2120106"/>
            <a:chExt cx="520700" cy="2897187"/>
          </a:xfrm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252432CF-3AF1-2DE0-EC36-8DA6176FCD98}"/>
                </a:ext>
              </a:extLst>
            </p:cNvPr>
            <p:cNvSpPr/>
            <p:nvPr/>
          </p:nvSpPr>
          <p:spPr>
            <a:xfrm>
              <a:off x="3435350" y="2120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DFF1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D384FB9C-D0BE-9C74-C0D3-447CAD8B6626}"/>
                </a:ext>
              </a:extLst>
            </p:cNvPr>
            <p:cNvSpPr/>
            <p:nvPr/>
          </p:nvSpPr>
          <p:spPr>
            <a:xfrm>
              <a:off x="3435350" y="2450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DFF2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5CDF1135-8AF0-BD9A-4308-A25901F5C6A6}"/>
                </a:ext>
              </a:extLst>
            </p:cNvPr>
            <p:cNvSpPr/>
            <p:nvPr/>
          </p:nvSpPr>
          <p:spPr>
            <a:xfrm>
              <a:off x="3435350" y="2780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DFF3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4DF2431-DAAF-2554-8359-FAA5C2D3A6D5}"/>
                </a:ext>
              </a:extLst>
            </p:cNvPr>
            <p:cNvSpPr/>
            <p:nvPr/>
          </p:nvSpPr>
          <p:spPr>
            <a:xfrm>
              <a:off x="3435350" y="3110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DFF4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E4831608-D02B-FE9F-00EF-84F18B0CC18E}"/>
                </a:ext>
              </a:extLst>
            </p:cNvPr>
            <p:cNvSpPr/>
            <p:nvPr/>
          </p:nvSpPr>
          <p:spPr>
            <a:xfrm>
              <a:off x="3435350" y="34409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DFF5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15DC9A5C-7F1A-5299-47AA-91E832ED6226}"/>
                </a:ext>
              </a:extLst>
            </p:cNvPr>
            <p:cNvSpPr/>
            <p:nvPr/>
          </p:nvSpPr>
          <p:spPr>
            <a:xfrm>
              <a:off x="3435350" y="37711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DFF6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05427116-1EB5-A90D-3658-E5F9EA5A03D2}"/>
                </a:ext>
              </a:extLst>
            </p:cNvPr>
            <p:cNvSpPr/>
            <p:nvPr/>
          </p:nvSpPr>
          <p:spPr>
            <a:xfrm>
              <a:off x="3435350" y="41013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DFF7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2D215F5E-AD38-E68B-BB0E-ACD5B9637EE5}"/>
                </a:ext>
              </a:extLst>
            </p:cNvPr>
            <p:cNvSpPr/>
            <p:nvPr/>
          </p:nvSpPr>
          <p:spPr>
            <a:xfrm>
              <a:off x="3435350" y="44315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DFF8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80" name="직사각형 179">
              <a:extLst>
                <a:ext uri="{FF2B5EF4-FFF2-40B4-BE49-F238E27FC236}">
                  <a16:creationId xmlns:a16="http://schemas.microsoft.com/office/drawing/2014/main" id="{2F427A3C-65CE-573D-2C5C-BEF0C73BD264}"/>
                </a:ext>
              </a:extLst>
            </p:cNvPr>
            <p:cNvSpPr/>
            <p:nvPr/>
          </p:nvSpPr>
          <p:spPr>
            <a:xfrm>
              <a:off x="3435350" y="4761706"/>
              <a:ext cx="520700" cy="255587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ysClr val="windowText" lastClr="000000"/>
                  </a:solidFill>
                </a:rPr>
                <a:t>DFF9</a:t>
              </a:r>
              <a:endParaRPr lang="ko-KR" altLang="en-US" sz="1100" dirty="0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182" name="직선 화살표 연결선 181">
            <a:extLst>
              <a:ext uri="{FF2B5EF4-FFF2-40B4-BE49-F238E27FC236}">
                <a16:creationId xmlns:a16="http://schemas.microsoft.com/office/drawing/2014/main" id="{09B539AC-A6B7-DE36-C353-D187A19FF867}"/>
              </a:ext>
            </a:extLst>
          </p:cNvPr>
          <p:cNvCxnSpPr>
            <a:cxnSpLocks/>
            <a:stCxn id="106" idx="3"/>
            <a:endCxn id="172" idx="1"/>
          </p:cNvCxnSpPr>
          <p:nvPr/>
        </p:nvCxnSpPr>
        <p:spPr>
          <a:xfrm flipV="1">
            <a:off x="7159586" y="2224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184">
            <a:extLst>
              <a:ext uri="{FF2B5EF4-FFF2-40B4-BE49-F238E27FC236}">
                <a16:creationId xmlns:a16="http://schemas.microsoft.com/office/drawing/2014/main" id="{924E6C22-F53D-353C-415C-5E25D9168C3D}"/>
              </a:ext>
            </a:extLst>
          </p:cNvPr>
          <p:cNvCxnSpPr>
            <a:cxnSpLocks/>
            <a:stCxn id="107" idx="3"/>
            <a:endCxn id="173" idx="1"/>
          </p:cNvCxnSpPr>
          <p:nvPr/>
        </p:nvCxnSpPr>
        <p:spPr>
          <a:xfrm flipV="1">
            <a:off x="7159586" y="2554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187">
            <a:extLst>
              <a:ext uri="{FF2B5EF4-FFF2-40B4-BE49-F238E27FC236}">
                <a16:creationId xmlns:a16="http://schemas.microsoft.com/office/drawing/2014/main" id="{BCAF3A56-D68C-20C5-3F53-BBACBDBEDE17}"/>
              </a:ext>
            </a:extLst>
          </p:cNvPr>
          <p:cNvCxnSpPr>
            <a:cxnSpLocks/>
            <a:stCxn id="108" idx="3"/>
            <a:endCxn id="174" idx="1"/>
          </p:cNvCxnSpPr>
          <p:nvPr/>
        </p:nvCxnSpPr>
        <p:spPr>
          <a:xfrm flipV="1">
            <a:off x="7159586" y="2884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04671DA7-6A57-D3CC-5542-087CE7447F3D}"/>
              </a:ext>
            </a:extLst>
          </p:cNvPr>
          <p:cNvCxnSpPr>
            <a:cxnSpLocks/>
            <a:stCxn id="109" idx="3"/>
            <a:endCxn id="175" idx="1"/>
          </p:cNvCxnSpPr>
          <p:nvPr/>
        </p:nvCxnSpPr>
        <p:spPr>
          <a:xfrm flipV="1">
            <a:off x="7159586" y="3214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193">
            <a:extLst>
              <a:ext uri="{FF2B5EF4-FFF2-40B4-BE49-F238E27FC236}">
                <a16:creationId xmlns:a16="http://schemas.microsoft.com/office/drawing/2014/main" id="{EC759BF1-4760-BB0A-E82C-97403C7E3D71}"/>
              </a:ext>
            </a:extLst>
          </p:cNvPr>
          <p:cNvCxnSpPr>
            <a:cxnSpLocks/>
            <a:stCxn id="110" idx="3"/>
            <a:endCxn id="176" idx="1"/>
          </p:cNvCxnSpPr>
          <p:nvPr/>
        </p:nvCxnSpPr>
        <p:spPr>
          <a:xfrm flipV="1">
            <a:off x="7159586" y="35448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>
            <a:extLst>
              <a:ext uri="{FF2B5EF4-FFF2-40B4-BE49-F238E27FC236}">
                <a16:creationId xmlns:a16="http://schemas.microsoft.com/office/drawing/2014/main" id="{1A2CB7F0-D722-9DF7-51A9-56A46ED08320}"/>
              </a:ext>
            </a:extLst>
          </p:cNvPr>
          <p:cNvCxnSpPr>
            <a:cxnSpLocks/>
            <a:stCxn id="111" idx="3"/>
            <a:endCxn id="177" idx="1"/>
          </p:cNvCxnSpPr>
          <p:nvPr/>
        </p:nvCxnSpPr>
        <p:spPr>
          <a:xfrm flipV="1">
            <a:off x="7159586" y="38750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직선 화살표 연결선 199">
            <a:extLst>
              <a:ext uri="{FF2B5EF4-FFF2-40B4-BE49-F238E27FC236}">
                <a16:creationId xmlns:a16="http://schemas.microsoft.com/office/drawing/2014/main" id="{094FA92F-2567-EB68-1F28-F2ADB339B06D}"/>
              </a:ext>
            </a:extLst>
          </p:cNvPr>
          <p:cNvCxnSpPr>
            <a:cxnSpLocks/>
            <a:stCxn id="112" idx="3"/>
            <a:endCxn id="178" idx="1"/>
          </p:cNvCxnSpPr>
          <p:nvPr/>
        </p:nvCxnSpPr>
        <p:spPr>
          <a:xfrm flipV="1">
            <a:off x="7159586" y="42052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직선 화살표 연결선 202">
            <a:extLst>
              <a:ext uri="{FF2B5EF4-FFF2-40B4-BE49-F238E27FC236}">
                <a16:creationId xmlns:a16="http://schemas.microsoft.com/office/drawing/2014/main" id="{3726F9BF-087F-8E19-387D-79632C79F6F1}"/>
              </a:ext>
            </a:extLst>
          </p:cNvPr>
          <p:cNvCxnSpPr>
            <a:cxnSpLocks/>
            <a:stCxn id="113" idx="3"/>
            <a:endCxn id="179" idx="1"/>
          </p:cNvCxnSpPr>
          <p:nvPr/>
        </p:nvCxnSpPr>
        <p:spPr>
          <a:xfrm flipV="1">
            <a:off x="7159586" y="45354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직선 화살표 연결선 205">
            <a:extLst>
              <a:ext uri="{FF2B5EF4-FFF2-40B4-BE49-F238E27FC236}">
                <a16:creationId xmlns:a16="http://schemas.microsoft.com/office/drawing/2014/main" id="{C1DD6BDA-770B-BDA1-49DD-1CEE69A82DFD}"/>
              </a:ext>
            </a:extLst>
          </p:cNvPr>
          <p:cNvCxnSpPr>
            <a:cxnSpLocks/>
            <a:stCxn id="114" idx="3"/>
            <a:endCxn id="180" idx="1"/>
          </p:cNvCxnSpPr>
          <p:nvPr/>
        </p:nvCxnSpPr>
        <p:spPr>
          <a:xfrm flipV="1">
            <a:off x="7159586" y="4865689"/>
            <a:ext cx="311150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사다리꼴 208">
            <a:extLst>
              <a:ext uri="{FF2B5EF4-FFF2-40B4-BE49-F238E27FC236}">
                <a16:creationId xmlns:a16="http://schemas.microsoft.com/office/drawing/2014/main" id="{3DA5F545-208B-7F83-5E9A-20FA397A53E2}"/>
              </a:ext>
            </a:extLst>
          </p:cNvPr>
          <p:cNvSpPr/>
          <p:nvPr/>
        </p:nvSpPr>
        <p:spPr>
          <a:xfrm rot="5400000">
            <a:off x="7389379" y="3247630"/>
            <a:ext cx="2867813" cy="594517"/>
          </a:xfrm>
          <a:prstGeom prst="trapezoid">
            <a:avLst>
              <a:gd name="adj" fmla="val 65588"/>
            </a:avLst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ACC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222" name="직선 화살표 연결선 221">
            <a:extLst>
              <a:ext uri="{FF2B5EF4-FFF2-40B4-BE49-F238E27FC236}">
                <a16:creationId xmlns:a16="http://schemas.microsoft.com/office/drawing/2014/main" id="{E76C0C68-5C5B-B941-5ADA-1750332F8E0B}"/>
              </a:ext>
            </a:extLst>
          </p:cNvPr>
          <p:cNvCxnSpPr>
            <a:cxnSpLocks/>
            <a:stCxn id="176" idx="3"/>
            <a:endCxn id="209" idx="2"/>
          </p:cNvCxnSpPr>
          <p:nvPr/>
        </p:nvCxnSpPr>
        <p:spPr>
          <a:xfrm>
            <a:off x="7991436" y="3544889"/>
            <a:ext cx="53459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직선 화살표 연결선 234">
            <a:extLst>
              <a:ext uri="{FF2B5EF4-FFF2-40B4-BE49-F238E27FC236}">
                <a16:creationId xmlns:a16="http://schemas.microsoft.com/office/drawing/2014/main" id="{FE24CE1B-BE54-6E55-D45E-89BD90621D74}"/>
              </a:ext>
            </a:extLst>
          </p:cNvPr>
          <p:cNvCxnSpPr>
            <a:cxnSpLocks/>
            <a:stCxn id="172" idx="3"/>
          </p:cNvCxnSpPr>
          <p:nvPr/>
        </p:nvCxnSpPr>
        <p:spPr>
          <a:xfrm>
            <a:off x="7991436" y="2224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직선 화살표 연결선 246">
            <a:extLst>
              <a:ext uri="{FF2B5EF4-FFF2-40B4-BE49-F238E27FC236}">
                <a16:creationId xmlns:a16="http://schemas.microsoft.com/office/drawing/2014/main" id="{04B27665-A627-EBAD-4986-AA5F4F5F4259}"/>
              </a:ext>
            </a:extLst>
          </p:cNvPr>
          <p:cNvCxnSpPr>
            <a:cxnSpLocks/>
          </p:cNvCxnSpPr>
          <p:nvPr/>
        </p:nvCxnSpPr>
        <p:spPr>
          <a:xfrm>
            <a:off x="8005326" y="3211515"/>
            <a:ext cx="52069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773CBEFC-8525-C2DE-6442-E58F1F60269C}"/>
              </a:ext>
            </a:extLst>
          </p:cNvPr>
          <p:cNvCxnSpPr>
            <a:cxnSpLocks/>
            <a:stCxn id="174" idx="3"/>
          </p:cNvCxnSpPr>
          <p:nvPr/>
        </p:nvCxnSpPr>
        <p:spPr>
          <a:xfrm>
            <a:off x="7991436" y="2884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직선 화살표 연결선 255">
            <a:extLst>
              <a:ext uri="{FF2B5EF4-FFF2-40B4-BE49-F238E27FC236}">
                <a16:creationId xmlns:a16="http://schemas.microsoft.com/office/drawing/2014/main" id="{5C4DDF7E-464F-D54A-1E48-18AA4DFBCBB4}"/>
              </a:ext>
            </a:extLst>
          </p:cNvPr>
          <p:cNvCxnSpPr>
            <a:cxnSpLocks/>
            <a:stCxn id="173" idx="3"/>
          </p:cNvCxnSpPr>
          <p:nvPr/>
        </p:nvCxnSpPr>
        <p:spPr>
          <a:xfrm>
            <a:off x="7991436" y="2554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직선 화살표 연결선 259">
            <a:extLst>
              <a:ext uri="{FF2B5EF4-FFF2-40B4-BE49-F238E27FC236}">
                <a16:creationId xmlns:a16="http://schemas.microsoft.com/office/drawing/2014/main" id="{1B3818E6-DEA2-157D-0791-0E9A1F0D6782}"/>
              </a:ext>
            </a:extLst>
          </p:cNvPr>
          <p:cNvCxnSpPr>
            <a:cxnSpLocks/>
            <a:stCxn id="177" idx="3"/>
          </p:cNvCxnSpPr>
          <p:nvPr/>
        </p:nvCxnSpPr>
        <p:spPr>
          <a:xfrm>
            <a:off x="7991436" y="38750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직선 화살표 연결선 262">
            <a:extLst>
              <a:ext uri="{FF2B5EF4-FFF2-40B4-BE49-F238E27FC236}">
                <a16:creationId xmlns:a16="http://schemas.microsoft.com/office/drawing/2014/main" id="{810BC92B-44A9-1E8A-4285-40210F2233CB}"/>
              </a:ext>
            </a:extLst>
          </p:cNvPr>
          <p:cNvCxnSpPr>
            <a:cxnSpLocks/>
            <a:stCxn id="178" idx="3"/>
          </p:cNvCxnSpPr>
          <p:nvPr/>
        </p:nvCxnSpPr>
        <p:spPr>
          <a:xfrm>
            <a:off x="7991436" y="42052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화살표 연결선 266">
            <a:extLst>
              <a:ext uri="{FF2B5EF4-FFF2-40B4-BE49-F238E27FC236}">
                <a16:creationId xmlns:a16="http://schemas.microsoft.com/office/drawing/2014/main" id="{23EC7CAB-BE0E-9674-2DA6-BA66F3228CF3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7991436" y="45354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28D9EC8B-3532-B6F8-683D-E573FC92F15A}"/>
              </a:ext>
            </a:extLst>
          </p:cNvPr>
          <p:cNvCxnSpPr>
            <a:cxnSpLocks/>
            <a:stCxn id="180" idx="3"/>
          </p:cNvCxnSpPr>
          <p:nvPr/>
        </p:nvCxnSpPr>
        <p:spPr>
          <a:xfrm>
            <a:off x="7991436" y="4865689"/>
            <a:ext cx="53458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6" name="직사각형 275">
            <a:extLst>
              <a:ext uri="{FF2B5EF4-FFF2-40B4-BE49-F238E27FC236}">
                <a16:creationId xmlns:a16="http://schemas.microsoft.com/office/drawing/2014/main" id="{91D2F5BB-E703-03A1-9AE7-407D94BB4A34}"/>
              </a:ext>
            </a:extLst>
          </p:cNvPr>
          <p:cNvSpPr/>
          <p:nvPr/>
        </p:nvSpPr>
        <p:spPr>
          <a:xfrm>
            <a:off x="9438639" y="3417094"/>
            <a:ext cx="43180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ysClr val="windowText" lastClr="000000"/>
                </a:solidFill>
              </a:rPr>
              <a:t>DFF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77" name="직선 화살표 연결선 276">
            <a:extLst>
              <a:ext uri="{FF2B5EF4-FFF2-40B4-BE49-F238E27FC236}">
                <a16:creationId xmlns:a16="http://schemas.microsoft.com/office/drawing/2014/main" id="{52F68F7D-8339-4360-1317-9BC1C2D94D5C}"/>
              </a:ext>
            </a:extLst>
          </p:cNvPr>
          <p:cNvCxnSpPr>
            <a:cxnSpLocks/>
            <a:stCxn id="209" idx="0"/>
            <a:endCxn id="276" idx="1"/>
          </p:cNvCxnSpPr>
          <p:nvPr/>
        </p:nvCxnSpPr>
        <p:spPr>
          <a:xfrm flipV="1">
            <a:off x="9120544" y="3544888"/>
            <a:ext cx="318095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직사각형 279">
            <a:extLst>
              <a:ext uri="{FF2B5EF4-FFF2-40B4-BE49-F238E27FC236}">
                <a16:creationId xmlns:a16="http://schemas.microsoft.com/office/drawing/2014/main" id="{AB36B84E-ABF2-9239-5134-A6A4784F30C2}"/>
              </a:ext>
            </a:extLst>
          </p:cNvPr>
          <p:cNvSpPr/>
          <p:nvPr/>
        </p:nvSpPr>
        <p:spPr>
          <a:xfrm>
            <a:off x="10188535" y="3415826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281" name="직선 화살표 연결선 280">
            <a:extLst>
              <a:ext uri="{FF2B5EF4-FFF2-40B4-BE49-F238E27FC236}">
                <a16:creationId xmlns:a16="http://schemas.microsoft.com/office/drawing/2014/main" id="{BF95F112-6C2C-BBBB-959C-4CF632566B42}"/>
              </a:ext>
            </a:extLst>
          </p:cNvPr>
          <p:cNvCxnSpPr>
            <a:cxnSpLocks/>
            <a:stCxn id="276" idx="3"/>
            <a:endCxn id="280" idx="1"/>
          </p:cNvCxnSpPr>
          <p:nvPr/>
        </p:nvCxnSpPr>
        <p:spPr>
          <a:xfrm flipV="1">
            <a:off x="9870439" y="3543620"/>
            <a:ext cx="318096" cy="126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77A213F-2DC1-E44A-3B87-6C855567ADA2}"/>
              </a:ext>
            </a:extLst>
          </p:cNvPr>
          <p:cNvSpPr/>
          <p:nvPr/>
        </p:nvSpPr>
        <p:spPr>
          <a:xfrm>
            <a:off x="11194811" y="2096616"/>
            <a:ext cx="565150" cy="292100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2F33CF52-8786-CEC3-BE9D-B4D583791645}"/>
              </a:ext>
            </a:extLst>
          </p:cNvPr>
          <p:cNvCxnSpPr>
            <a:cxnSpLocks/>
            <a:stCxn id="280" idx="3"/>
            <a:endCxn id="26" idx="1"/>
          </p:cNvCxnSpPr>
          <p:nvPr/>
        </p:nvCxnSpPr>
        <p:spPr>
          <a:xfrm>
            <a:off x="11007685" y="3543620"/>
            <a:ext cx="18712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475D74E-AE17-BC0E-5927-B23503E2F88C}"/>
              </a:ext>
            </a:extLst>
          </p:cNvPr>
          <p:cNvSpPr txBox="1"/>
          <p:nvPr/>
        </p:nvSpPr>
        <p:spPr>
          <a:xfrm>
            <a:off x="4873586" y="183398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weight</a:t>
            </a:r>
            <a:endParaRPr lang="ko-KR" altLang="en-US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43E17FA-9EDF-8D21-4C06-CF8FE3A9CC99}"/>
              </a:ext>
            </a:extLst>
          </p:cNvPr>
          <p:cNvSpPr txBox="1"/>
          <p:nvPr/>
        </p:nvSpPr>
        <p:spPr>
          <a:xfrm>
            <a:off x="5690533" y="1953044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input</a:t>
            </a:r>
            <a:endParaRPr lang="ko-KR" altLang="en-US" sz="12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700CFD-BCC4-AD16-1DB8-E38A389D3063}"/>
              </a:ext>
            </a:extLst>
          </p:cNvPr>
          <p:cNvSpPr txBox="1"/>
          <p:nvPr/>
        </p:nvSpPr>
        <p:spPr>
          <a:xfrm>
            <a:off x="7335740" y="1820013"/>
            <a:ext cx="7067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/>
              <a:t>output</a:t>
            </a:r>
            <a:endParaRPr lang="ko-KR" altLang="en-US" sz="12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7FA0112-1095-30B2-476F-0D98D3A27F58}"/>
              </a:ext>
            </a:extLst>
          </p:cNvPr>
          <p:cNvSpPr/>
          <p:nvPr/>
        </p:nvSpPr>
        <p:spPr>
          <a:xfrm>
            <a:off x="2585718" y="3426860"/>
            <a:ext cx="819150" cy="25558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 err="1">
                <a:solidFill>
                  <a:sysClr val="windowText" lastClr="000000"/>
                </a:solidFill>
              </a:rPr>
              <a:t>Fromatter</a:t>
            </a:r>
            <a:endParaRPr lang="ko-KR" altLang="en-US" sz="1100" dirty="0">
              <a:solidFill>
                <a:sysClr val="windowText" lastClr="000000"/>
              </a:solidFill>
            </a:endParaRP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15FF1FA-7960-692B-4D1F-C3078F208628}"/>
              </a:ext>
            </a:extLst>
          </p:cNvPr>
          <p:cNvCxnSpPr>
            <a:cxnSpLocks/>
            <a:stCxn id="33" idx="3"/>
            <a:endCxn id="5" idx="1"/>
          </p:cNvCxnSpPr>
          <p:nvPr/>
        </p:nvCxnSpPr>
        <p:spPr>
          <a:xfrm>
            <a:off x="3404868" y="3554654"/>
            <a:ext cx="152402" cy="21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7AC09F41-31D6-6089-8386-FFFEE2C901F6}"/>
              </a:ext>
            </a:extLst>
          </p:cNvPr>
          <p:cNvSpPr/>
          <p:nvPr/>
        </p:nvSpPr>
        <p:spPr>
          <a:xfrm>
            <a:off x="1007149" y="3049591"/>
            <a:ext cx="2440901" cy="9905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BBF0C7-D17A-BFC7-D103-F3A1E42325B0}"/>
              </a:ext>
            </a:extLst>
          </p:cNvPr>
          <p:cNvSpPr/>
          <p:nvPr/>
        </p:nvSpPr>
        <p:spPr>
          <a:xfrm>
            <a:off x="3512058" y="1820013"/>
            <a:ext cx="2885191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591DE44-E348-01D8-2DDF-C0E2E6BF5FB6}"/>
              </a:ext>
            </a:extLst>
          </p:cNvPr>
          <p:cNvSpPr/>
          <p:nvPr/>
        </p:nvSpPr>
        <p:spPr>
          <a:xfrm>
            <a:off x="6461257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4766232E-3D13-2513-9B04-4A9E4556AA50}"/>
              </a:ext>
            </a:extLst>
          </p:cNvPr>
          <p:cNvSpPr/>
          <p:nvPr/>
        </p:nvSpPr>
        <p:spPr>
          <a:xfrm>
            <a:off x="7340150" y="1820013"/>
            <a:ext cx="80965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AF02C6A-74C5-49F1-557C-50344014E74B}"/>
              </a:ext>
            </a:extLst>
          </p:cNvPr>
          <p:cNvSpPr/>
          <p:nvPr/>
        </p:nvSpPr>
        <p:spPr>
          <a:xfrm>
            <a:off x="8342630" y="1817645"/>
            <a:ext cx="908883" cy="342508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243896C-F919-96A6-C104-A1536D055FD9}"/>
              </a:ext>
            </a:extLst>
          </p:cNvPr>
          <p:cNvSpPr/>
          <p:nvPr/>
        </p:nvSpPr>
        <p:spPr>
          <a:xfrm>
            <a:off x="9315187" y="3228819"/>
            <a:ext cx="1757945" cy="60023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E27CE8-0AA2-2CB2-3142-8E9CFAFEAD71}"/>
              </a:ext>
            </a:extLst>
          </p:cNvPr>
          <p:cNvSpPr txBox="1"/>
          <p:nvPr/>
        </p:nvSpPr>
        <p:spPr>
          <a:xfrm>
            <a:off x="1180138" y="2724353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IR</a:t>
            </a:r>
            <a:endParaRPr lang="ko-KR" altLang="en-US" sz="1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6CC980-6715-62C6-B9C2-D4C2AD70F11C}"/>
              </a:ext>
            </a:extLst>
          </p:cNvPr>
          <p:cNvSpPr txBox="1"/>
          <p:nvPr/>
        </p:nvSpPr>
        <p:spPr>
          <a:xfrm>
            <a:off x="3930073" y="1506976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W_I_RF</a:t>
            </a:r>
            <a:endParaRPr lang="ko-KR" altLang="en-US" sz="1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22D8BEE-BB92-84E6-11EE-E0B6D0B518B5}"/>
              </a:ext>
            </a:extLst>
          </p:cNvPr>
          <p:cNvSpPr txBox="1"/>
          <p:nvPr/>
        </p:nvSpPr>
        <p:spPr>
          <a:xfrm>
            <a:off x="5841503" y="1512235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</a:t>
            </a:r>
            <a:endParaRPr lang="ko-KR" altLang="en-US" sz="14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3F3714-C584-A860-A176-57BC3AF0250F}"/>
              </a:ext>
            </a:extLst>
          </p:cNvPr>
          <p:cNvSpPr txBox="1"/>
          <p:nvPr/>
        </p:nvSpPr>
        <p:spPr>
          <a:xfrm>
            <a:off x="7239586" y="1526206"/>
            <a:ext cx="10107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FPU_RF</a:t>
            </a:r>
            <a:endParaRPr lang="ko-KR" altLang="en-US" sz="14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65C00C-1D3E-FA26-ABA6-A472A53F724E}"/>
              </a:ext>
            </a:extLst>
          </p:cNvPr>
          <p:cNvSpPr txBox="1"/>
          <p:nvPr/>
        </p:nvSpPr>
        <p:spPr>
          <a:xfrm>
            <a:off x="7768834" y="1529558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</a:t>
            </a:r>
            <a:endParaRPr lang="ko-KR" altLang="en-US" sz="1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9A67D64-485F-F4B8-C3D5-5F152A6FC71B}"/>
              </a:ext>
            </a:extLst>
          </p:cNvPr>
          <p:cNvSpPr txBox="1"/>
          <p:nvPr/>
        </p:nvSpPr>
        <p:spPr>
          <a:xfrm>
            <a:off x="9160890" y="2945622"/>
            <a:ext cx="2049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dirty="0"/>
              <a:t>ACC_R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2778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F252716-D752-F88A-0D26-24DD04031846}"/>
              </a:ext>
            </a:extLst>
          </p:cNvPr>
          <p:cNvSpPr/>
          <p:nvPr/>
        </p:nvSpPr>
        <p:spPr>
          <a:xfrm>
            <a:off x="1759506" y="2789393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939EA0B-5226-337F-D867-D869484FF2F6}"/>
              </a:ext>
            </a:extLst>
          </p:cNvPr>
          <p:cNvSpPr/>
          <p:nvPr/>
        </p:nvSpPr>
        <p:spPr>
          <a:xfrm>
            <a:off x="3059428" y="2783043"/>
            <a:ext cx="565150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IR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F88E79D-FC1E-CD85-ED5C-0674A5BAAF7E}"/>
              </a:ext>
            </a:extLst>
          </p:cNvPr>
          <p:cNvSpPr/>
          <p:nvPr/>
        </p:nvSpPr>
        <p:spPr>
          <a:xfrm>
            <a:off x="4727659" y="2789394"/>
            <a:ext cx="863366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W_I_RF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5CC13E0-565E-35F7-0287-8BC3753F219F}"/>
              </a:ext>
            </a:extLst>
          </p:cNvPr>
          <p:cNvSpPr/>
          <p:nvPr/>
        </p:nvSpPr>
        <p:spPr>
          <a:xfrm>
            <a:off x="5853428" y="2789394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FPU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19CFC54-BC66-4FD9-0FD3-B2890694D1BA}"/>
              </a:ext>
            </a:extLst>
          </p:cNvPr>
          <p:cNvSpPr/>
          <p:nvPr/>
        </p:nvSpPr>
        <p:spPr>
          <a:xfrm>
            <a:off x="6950241" y="2789394"/>
            <a:ext cx="868682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FPU_RF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D509F7C-DD26-626D-8057-81F8D29CF798}"/>
              </a:ext>
            </a:extLst>
          </p:cNvPr>
          <p:cNvSpPr/>
          <p:nvPr/>
        </p:nvSpPr>
        <p:spPr>
          <a:xfrm>
            <a:off x="8436054" y="2783043"/>
            <a:ext cx="868682" cy="88090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EE8360-D793-56B8-E23C-94E7823382A4}"/>
              </a:ext>
            </a:extLst>
          </p:cNvPr>
          <p:cNvSpPr/>
          <p:nvPr/>
        </p:nvSpPr>
        <p:spPr>
          <a:xfrm>
            <a:off x="9510787" y="2783043"/>
            <a:ext cx="921707" cy="88090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ACC_R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A7260A-5731-5600-17B5-60F9704F8DC5}"/>
              </a:ext>
            </a:extLst>
          </p:cNvPr>
          <p:cNvSpPr/>
          <p:nvPr/>
        </p:nvSpPr>
        <p:spPr>
          <a:xfrm>
            <a:off x="4900927" y="4097495"/>
            <a:ext cx="5531563" cy="5166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control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B07D483A-0370-E71B-CC24-B128B07C0BCB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 flipV="1">
            <a:off x="2324656" y="3223497"/>
            <a:ext cx="734772" cy="635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EAD4B0B8-8DBE-C2ED-172D-503F606ECD2D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3624578" y="3223497"/>
            <a:ext cx="1103081" cy="63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7A1BEBA-2D90-5135-2EC2-5DF615AB4C26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5591025" y="3229848"/>
            <a:ext cx="2624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E6353655-B59A-F1F4-3D4E-D6D1F7BC1EDD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6722110" y="3229848"/>
            <a:ext cx="228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5C305BE7-E253-A36F-A7C7-22F735AE8D2F}"/>
              </a:ext>
            </a:extLst>
          </p:cNvPr>
          <p:cNvCxnSpPr>
            <a:cxnSpLocks/>
          </p:cNvCxnSpPr>
          <p:nvPr/>
        </p:nvCxnSpPr>
        <p:spPr>
          <a:xfrm>
            <a:off x="7818921" y="3361379"/>
            <a:ext cx="617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1DC8D662-876E-A337-2100-4255D6D56E6D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>
            <a:off x="9304736" y="3223497"/>
            <a:ext cx="20605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12D9CF56-CD53-461C-DEF2-FC553DC1E49F}"/>
              </a:ext>
            </a:extLst>
          </p:cNvPr>
          <p:cNvCxnSpPr>
            <a:cxnSpLocks/>
          </p:cNvCxnSpPr>
          <p:nvPr/>
        </p:nvCxnSpPr>
        <p:spPr>
          <a:xfrm>
            <a:off x="53171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7C594CF-008A-4FF7-0E34-F2CE193095E2}"/>
              </a:ext>
            </a:extLst>
          </p:cNvPr>
          <p:cNvCxnSpPr>
            <a:cxnSpLocks/>
          </p:cNvCxnSpPr>
          <p:nvPr/>
        </p:nvCxnSpPr>
        <p:spPr>
          <a:xfrm flipV="1">
            <a:off x="502507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D21CBBB7-9C12-35A9-4870-95F609B63A97}"/>
              </a:ext>
            </a:extLst>
          </p:cNvPr>
          <p:cNvCxnSpPr>
            <a:cxnSpLocks/>
          </p:cNvCxnSpPr>
          <p:nvPr/>
        </p:nvCxnSpPr>
        <p:spPr>
          <a:xfrm flipV="1">
            <a:off x="6115686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2A20214F-EA22-B5B8-1928-5195C202E5D3}"/>
              </a:ext>
            </a:extLst>
          </p:cNvPr>
          <p:cNvCxnSpPr>
            <a:cxnSpLocks/>
          </p:cNvCxnSpPr>
          <p:nvPr/>
        </p:nvCxnSpPr>
        <p:spPr>
          <a:xfrm>
            <a:off x="754602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87E5B04-CF56-3BE7-57D7-B55D101B803C}"/>
              </a:ext>
            </a:extLst>
          </p:cNvPr>
          <p:cNvCxnSpPr>
            <a:cxnSpLocks/>
          </p:cNvCxnSpPr>
          <p:nvPr/>
        </p:nvCxnSpPr>
        <p:spPr>
          <a:xfrm flipV="1">
            <a:off x="7253923" y="3670301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75944C89-0F01-EF0F-0F2F-639C39669C1C}"/>
              </a:ext>
            </a:extLst>
          </p:cNvPr>
          <p:cNvCxnSpPr>
            <a:cxnSpLocks/>
          </p:cNvCxnSpPr>
          <p:nvPr/>
        </p:nvCxnSpPr>
        <p:spPr>
          <a:xfrm flipV="1">
            <a:off x="8728154" y="3663950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7BD40C4-582A-929D-9FA1-31735E2F9AA0}"/>
              </a:ext>
            </a:extLst>
          </p:cNvPr>
          <p:cNvSpPr/>
          <p:nvPr/>
        </p:nvSpPr>
        <p:spPr>
          <a:xfrm>
            <a:off x="10644586" y="2783042"/>
            <a:ext cx="565150" cy="88090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SPI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0574672-E4AF-ECBE-85E9-9C793ED0F7A4}"/>
              </a:ext>
            </a:extLst>
          </p:cNvPr>
          <p:cNvCxnSpPr>
            <a:cxnSpLocks/>
          </p:cNvCxnSpPr>
          <p:nvPr/>
        </p:nvCxnSpPr>
        <p:spPr>
          <a:xfrm>
            <a:off x="10117534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D77AB5B3-9F28-A8A6-E22D-F995FC1BEA90}"/>
              </a:ext>
            </a:extLst>
          </p:cNvPr>
          <p:cNvCxnSpPr>
            <a:cxnSpLocks/>
          </p:cNvCxnSpPr>
          <p:nvPr/>
        </p:nvCxnSpPr>
        <p:spPr>
          <a:xfrm flipV="1">
            <a:off x="9825434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44EE528A-830F-F51C-5160-0DA4E895D2D7}"/>
              </a:ext>
            </a:extLst>
          </p:cNvPr>
          <p:cNvCxnSpPr>
            <a:cxnSpLocks/>
            <a:stCxn id="9" idx="3"/>
            <a:endCxn id="48" idx="1"/>
          </p:cNvCxnSpPr>
          <p:nvPr/>
        </p:nvCxnSpPr>
        <p:spPr>
          <a:xfrm flipV="1">
            <a:off x="10432494" y="3223496"/>
            <a:ext cx="212092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1C7504C0-CF97-2D13-A1C3-B3EE18B9DFF4}"/>
              </a:ext>
            </a:extLst>
          </p:cNvPr>
          <p:cNvSpPr txBox="1"/>
          <p:nvPr/>
        </p:nvSpPr>
        <p:spPr>
          <a:xfrm>
            <a:off x="-16587" y="3045179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Datapath</a:t>
            </a:r>
            <a:endParaRPr lang="ko-KR" altLang="en-US" b="1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5541760-6971-4986-E4F9-7E2C912C8992}"/>
              </a:ext>
            </a:extLst>
          </p:cNvPr>
          <p:cNvSpPr txBox="1"/>
          <p:nvPr/>
        </p:nvSpPr>
        <p:spPr>
          <a:xfrm>
            <a:off x="1601871" y="4171156"/>
            <a:ext cx="2058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Control</a:t>
            </a:r>
            <a:endParaRPr lang="ko-KR" altLang="en-US" b="1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09C514F-DFD8-C16F-9524-77BADF30F8B2}"/>
              </a:ext>
            </a:extLst>
          </p:cNvPr>
          <p:cNvSpPr txBox="1"/>
          <p:nvPr/>
        </p:nvSpPr>
        <p:spPr>
          <a:xfrm>
            <a:off x="2002395" y="1841734"/>
            <a:ext cx="2954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IR: Instruction Register</a:t>
            </a:r>
          </a:p>
          <a:p>
            <a:r>
              <a:rPr lang="en-US" altLang="ko-KR" sz="1400" dirty="0"/>
              <a:t>RF: Register File</a:t>
            </a:r>
          </a:p>
          <a:p>
            <a:r>
              <a:rPr lang="en-US" altLang="ko-KR" sz="1400" dirty="0"/>
              <a:t>OR: Output Register</a:t>
            </a:r>
            <a:endParaRPr lang="ko-KR" alt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58D5648-D1A1-C380-689B-5D72CDAB8281}"/>
              </a:ext>
            </a:extLst>
          </p:cNvPr>
          <p:cNvSpPr txBox="1"/>
          <p:nvPr/>
        </p:nvSpPr>
        <p:spPr>
          <a:xfrm>
            <a:off x="3559648" y="2961885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 err="1"/>
              <a:t>addr</a:t>
            </a:r>
            <a:r>
              <a:rPr lang="en-US" altLang="ko-KR" sz="1100" dirty="0"/>
              <a:t>, data</a:t>
            </a:r>
            <a:endParaRPr lang="ko-KR" altLang="en-US" sz="11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EC28C93-910B-5107-A31F-5CDA829915BD}"/>
              </a:ext>
            </a:extLst>
          </p:cNvPr>
          <p:cNvSpPr txBox="1"/>
          <p:nvPr/>
        </p:nvSpPr>
        <p:spPr>
          <a:xfrm>
            <a:off x="3624578" y="3783396"/>
            <a:ext cx="8775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command,</a:t>
            </a:r>
          </a:p>
          <a:p>
            <a:pPr algn="ctr"/>
            <a:r>
              <a:rPr lang="en-US" altLang="ko-KR" sz="1100" dirty="0" err="1"/>
              <a:t>cmd_valid</a:t>
            </a:r>
            <a:r>
              <a:rPr lang="en-US" altLang="ko-KR" sz="1100" dirty="0"/>
              <a:t>, </a:t>
            </a:r>
          </a:p>
          <a:p>
            <a:pPr algn="ctr"/>
            <a:r>
              <a:rPr lang="en-US" altLang="ko-KR" sz="1100" dirty="0"/>
              <a:t>mode</a:t>
            </a:r>
            <a:endParaRPr lang="ko-KR" alt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5EEAF7-1D42-FE72-B372-6F79D012F3C5}"/>
              </a:ext>
            </a:extLst>
          </p:cNvPr>
          <p:cNvSpPr txBox="1"/>
          <p:nvPr/>
        </p:nvSpPr>
        <p:spPr>
          <a:xfrm>
            <a:off x="4585655" y="3760786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06BCECE5-B889-5404-BC0B-2C4B9A340553}"/>
              </a:ext>
            </a:extLst>
          </p:cNvPr>
          <p:cNvCxnSpPr>
            <a:cxnSpLocks/>
            <a:stCxn id="3" idx="2"/>
            <a:endCxn id="10" idx="1"/>
          </p:cNvCxnSpPr>
          <p:nvPr/>
        </p:nvCxnSpPr>
        <p:spPr>
          <a:xfrm rot="16200000" flipH="1">
            <a:off x="3775529" y="3230424"/>
            <a:ext cx="691872" cy="1558924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1AE8D23-CE32-171A-FD5A-994A3F8BCA32}"/>
              </a:ext>
            </a:extLst>
          </p:cNvPr>
          <p:cNvSpPr txBox="1"/>
          <p:nvPr/>
        </p:nvSpPr>
        <p:spPr>
          <a:xfrm>
            <a:off x="5185415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D80C1A-AF4E-EA4C-9861-0A655B12CB14}"/>
              </a:ext>
            </a:extLst>
          </p:cNvPr>
          <p:cNvSpPr txBox="1"/>
          <p:nvPr/>
        </p:nvSpPr>
        <p:spPr>
          <a:xfrm>
            <a:off x="5650551" y="37607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69F635-B713-9DF1-AF03-02D595C55201}"/>
              </a:ext>
            </a:extLst>
          </p:cNvPr>
          <p:cNvSpPr txBox="1"/>
          <p:nvPr/>
        </p:nvSpPr>
        <p:spPr>
          <a:xfrm>
            <a:off x="6824347" y="3757094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  <a:endParaRPr lang="ko-KR" alt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FAC70E-5D1C-F75C-4AF7-F638D24FDB59}"/>
              </a:ext>
            </a:extLst>
          </p:cNvPr>
          <p:cNvSpPr txBox="1"/>
          <p:nvPr/>
        </p:nvSpPr>
        <p:spPr>
          <a:xfrm>
            <a:off x="7426639" y="3753780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4568C51B-E5CE-91D4-162A-F574A1D30A7B}"/>
              </a:ext>
            </a:extLst>
          </p:cNvPr>
          <p:cNvCxnSpPr>
            <a:cxnSpLocks/>
          </p:cNvCxnSpPr>
          <p:nvPr/>
        </p:nvCxnSpPr>
        <p:spPr>
          <a:xfrm>
            <a:off x="9008350" y="3663949"/>
            <a:ext cx="0" cy="42719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F4E67B0-17E9-A807-A20D-FCF2806E5FFB}"/>
              </a:ext>
            </a:extLst>
          </p:cNvPr>
          <p:cNvSpPr txBox="1"/>
          <p:nvPr/>
        </p:nvSpPr>
        <p:spPr>
          <a:xfrm>
            <a:off x="7834753" y="2898385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select</a:t>
            </a:r>
            <a:endParaRPr lang="ko-KR" alt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DCBC39-E47F-6CB1-EA37-0E34AEBE0283}"/>
              </a:ext>
            </a:extLst>
          </p:cNvPr>
          <p:cNvSpPr txBox="1"/>
          <p:nvPr/>
        </p:nvSpPr>
        <p:spPr>
          <a:xfrm>
            <a:off x="8883179" y="3743093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done</a:t>
            </a:r>
            <a:endParaRPr lang="ko-KR" altLang="en-US" sz="10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4875F28-8636-66AD-BC2B-7AC9FFF86DEB}"/>
              </a:ext>
            </a:extLst>
          </p:cNvPr>
          <p:cNvSpPr txBox="1"/>
          <p:nvPr/>
        </p:nvSpPr>
        <p:spPr>
          <a:xfrm>
            <a:off x="9359505" y="3677491"/>
            <a:ext cx="585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wen</a:t>
            </a:r>
          </a:p>
          <a:p>
            <a:pPr algn="ctr"/>
            <a:r>
              <a:rPr lang="en-US" altLang="ko-KR" sz="1000" dirty="0"/>
              <a:t>mode</a:t>
            </a:r>
            <a:endParaRPr lang="ko-KR" altLang="en-US" sz="10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393032B-2790-1737-66F6-822470D9C28E}"/>
              </a:ext>
            </a:extLst>
          </p:cNvPr>
          <p:cNvSpPr txBox="1"/>
          <p:nvPr/>
        </p:nvSpPr>
        <p:spPr>
          <a:xfrm>
            <a:off x="9997362" y="3747427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valid</a:t>
            </a:r>
            <a:endParaRPr lang="ko-KR" altLang="en-US" sz="1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05FA58A-3968-94FE-B6A1-1FBA06C580EB}"/>
              </a:ext>
            </a:extLst>
          </p:cNvPr>
          <p:cNvSpPr txBox="1"/>
          <p:nvPr/>
        </p:nvSpPr>
        <p:spPr>
          <a:xfrm>
            <a:off x="2017947" y="686326"/>
            <a:ext cx="44024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READ_RESULT </a:t>
            </a:r>
            <a:r>
              <a:rPr lang="ko-KR" altLang="en-US" sz="1100" dirty="0"/>
              <a:t>끝나면 </a:t>
            </a:r>
            <a:r>
              <a:rPr lang="en-US" altLang="ko-KR" sz="1100" dirty="0"/>
              <a:t>weight</a:t>
            </a:r>
            <a:r>
              <a:rPr lang="ko-KR" altLang="en-US" sz="1100" dirty="0"/>
              <a:t> </a:t>
            </a:r>
            <a:r>
              <a:rPr lang="en-US" altLang="ko-KR" sz="1100" dirty="0"/>
              <a:t>RF</a:t>
            </a:r>
            <a:r>
              <a:rPr lang="ko-KR" altLang="en-US" sz="1100" dirty="0"/>
              <a:t> 제외 </a:t>
            </a:r>
            <a:endParaRPr lang="en-US" altLang="ko-KR" sz="1100" dirty="0"/>
          </a:p>
          <a:p>
            <a:r>
              <a:rPr lang="ko-KR" altLang="en-US" sz="1100" dirty="0"/>
              <a:t>모든 </a:t>
            </a:r>
            <a:r>
              <a:rPr lang="en-US" altLang="ko-KR" sz="1100" dirty="0"/>
              <a:t>block</a:t>
            </a:r>
            <a:r>
              <a:rPr lang="ko-KR" altLang="en-US" sz="1100" dirty="0"/>
              <a:t>에</a:t>
            </a:r>
            <a:r>
              <a:rPr lang="en-US" altLang="ko-KR" sz="1100" dirty="0"/>
              <a:t> valid/done signal</a:t>
            </a:r>
            <a:r>
              <a:rPr lang="ko-KR" altLang="en-US" sz="1100" dirty="0"/>
              <a:t>과 </a:t>
            </a:r>
            <a:r>
              <a:rPr lang="en-US" altLang="ko-KR" sz="1100" dirty="0"/>
              <a:t>ACC </a:t>
            </a:r>
            <a:r>
              <a:rPr lang="ko-KR" altLang="en-US" sz="1100" dirty="0"/>
              <a:t>초기화 </a:t>
            </a:r>
            <a:r>
              <a:rPr lang="en-US" altLang="ko-KR" sz="1100" dirty="0"/>
              <a:t>signal </a:t>
            </a:r>
            <a:r>
              <a:rPr lang="ko-KR" altLang="en-US" sz="1100" dirty="0"/>
              <a:t>보냄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E70A4-37BC-F7DB-AFF3-5F0C5FC11510}"/>
              </a:ext>
            </a:extLst>
          </p:cNvPr>
          <p:cNvSpPr txBox="1"/>
          <p:nvPr/>
        </p:nvSpPr>
        <p:spPr>
          <a:xfrm>
            <a:off x="2141054" y="2969582"/>
            <a:ext cx="11236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valid</a:t>
            </a:r>
            <a:endParaRPr lang="ko-KR" altLang="en-US" sz="1100" dirty="0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B6E830F-4C40-5050-7B50-52B1D007A649}"/>
              </a:ext>
            </a:extLst>
          </p:cNvPr>
          <p:cNvCxnSpPr>
            <a:cxnSpLocks/>
          </p:cNvCxnSpPr>
          <p:nvPr/>
        </p:nvCxnSpPr>
        <p:spPr>
          <a:xfrm flipH="1">
            <a:off x="7818922" y="3108324"/>
            <a:ext cx="617131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03508A2-B5F4-5FAF-0BEE-8F509ADF691A}"/>
              </a:ext>
            </a:extLst>
          </p:cNvPr>
          <p:cNvSpPr txBox="1"/>
          <p:nvPr/>
        </p:nvSpPr>
        <p:spPr>
          <a:xfrm>
            <a:off x="8275798" y="3779292"/>
            <a:ext cx="5854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start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20281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697700-FB47-AA55-8AFB-605116CF16BC}"/>
              </a:ext>
            </a:extLst>
          </p:cNvPr>
          <p:cNvSpPr txBox="1"/>
          <p:nvPr/>
        </p:nvSpPr>
        <p:spPr>
          <a:xfrm>
            <a:off x="260668" y="214453"/>
            <a:ext cx="2954655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States</a:t>
            </a:r>
          </a:p>
          <a:p>
            <a:r>
              <a:rPr lang="en-US" altLang="ko-KR" sz="1100" dirty="0"/>
              <a:t>S_IDLE (000)</a:t>
            </a:r>
          </a:p>
          <a:p>
            <a:r>
              <a:rPr lang="en-US" altLang="ko-KR" sz="1100" dirty="0"/>
              <a:t>S_LOAD_W (001)</a:t>
            </a:r>
          </a:p>
          <a:p>
            <a:r>
              <a:rPr lang="en-US" altLang="ko-KR" sz="1100" dirty="0"/>
              <a:t>S_LOAD_I (010)</a:t>
            </a:r>
          </a:p>
          <a:p>
            <a:r>
              <a:rPr lang="en-US" altLang="ko-KR" sz="1100" dirty="0"/>
              <a:t>S_COMPUTE (011)</a:t>
            </a:r>
          </a:p>
          <a:p>
            <a:r>
              <a:rPr lang="en-US" altLang="ko-KR" sz="1100" dirty="0"/>
              <a:t>S_COMPUTE_DONE(100)</a:t>
            </a:r>
          </a:p>
          <a:p>
            <a:r>
              <a:rPr lang="en-US" altLang="ko-KR" sz="1100" dirty="0"/>
              <a:t>S_ACC (101)</a:t>
            </a:r>
          </a:p>
          <a:p>
            <a:r>
              <a:rPr lang="en-US" altLang="ko-KR" sz="1100" dirty="0"/>
              <a:t>S_ACC_DONE (110)</a:t>
            </a:r>
          </a:p>
          <a:p>
            <a:r>
              <a:rPr lang="en-US" altLang="ko-KR" sz="1100" dirty="0"/>
              <a:t>S_READ_RESULT (111)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0149D-C8B5-DAA3-9F4F-E9874BE528BB}"/>
              </a:ext>
            </a:extLst>
          </p:cNvPr>
          <p:cNvSpPr txBox="1"/>
          <p:nvPr/>
        </p:nvSpPr>
        <p:spPr>
          <a:xfrm>
            <a:off x="2043534" y="214453"/>
            <a:ext cx="177031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Commands</a:t>
            </a:r>
          </a:p>
          <a:p>
            <a:r>
              <a:rPr lang="en-US" altLang="ko-KR" sz="1100" dirty="0"/>
              <a:t>CMD_LOAD_W (000)</a:t>
            </a:r>
          </a:p>
          <a:p>
            <a:r>
              <a:rPr lang="en-US" altLang="ko-KR" sz="1100" dirty="0"/>
              <a:t>CMD_LOAD_I (001)</a:t>
            </a:r>
          </a:p>
          <a:p>
            <a:r>
              <a:rPr lang="en-US" altLang="ko-KR" sz="1100" dirty="0"/>
              <a:t>CMD_COMPUTE (010)</a:t>
            </a:r>
          </a:p>
          <a:p>
            <a:r>
              <a:rPr lang="en-US" altLang="ko-KR" sz="1100" dirty="0"/>
              <a:t>CMD_ACC (011)</a:t>
            </a:r>
          </a:p>
          <a:p>
            <a:r>
              <a:rPr lang="en-US" altLang="ko-KR" sz="1100" dirty="0"/>
              <a:t>CMD_READ_RESULT (100)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344EA9-EB5A-20D1-3209-BDE83BD0647D}"/>
              </a:ext>
            </a:extLst>
          </p:cNvPr>
          <p:cNvSpPr/>
          <p:nvPr/>
        </p:nvSpPr>
        <p:spPr>
          <a:xfrm>
            <a:off x="5238750" y="3644900"/>
            <a:ext cx="1714500" cy="55245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S_IDLE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C1E46DE-F9F2-AD8E-F048-183C7BC30C4B}"/>
              </a:ext>
            </a:extLst>
          </p:cNvPr>
          <p:cNvSpPr/>
          <p:nvPr/>
        </p:nvSpPr>
        <p:spPr>
          <a:xfrm>
            <a:off x="4595495" y="1983461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S_LOAD_W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w_wen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91147D9E-ED0A-75DB-A22E-84803798DBD5}"/>
              </a:ext>
            </a:extLst>
          </p:cNvPr>
          <p:cNvSpPr/>
          <p:nvPr/>
        </p:nvSpPr>
        <p:spPr>
          <a:xfrm rot="20418003">
            <a:off x="5393781" y="2580919"/>
            <a:ext cx="203837" cy="1142253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7EA18-7F3D-6357-1677-157FBD77DF47}"/>
              </a:ext>
            </a:extLst>
          </p:cNvPr>
          <p:cNvSpPr txBox="1"/>
          <p:nvPr/>
        </p:nvSpPr>
        <p:spPr>
          <a:xfrm>
            <a:off x="4595495" y="2663567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==000</a:t>
            </a: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D2B89BCE-CCE5-8D73-033D-76095BD23D0D}"/>
              </a:ext>
            </a:extLst>
          </p:cNvPr>
          <p:cNvSpPr/>
          <p:nvPr/>
        </p:nvSpPr>
        <p:spPr>
          <a:xfrm rot="10099033">
            <a:off x="5914086" y="2518641"/>
            <a:ext cx="201695" cy="112907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D5333F92-C8F1-6D84-AB33-5AE92E827EEE}"/>
              </a:ext>
            </a:extLst>
          </p:cNvPr>
          <p:cNvSpPr/>
          <p:nvPr/>
        </p:nvSpPr>
        <p:spPr>
          <a:xfrm>
            <a:off x="6960263" y="2217709"/>
            <a:ext cx="1714500" cy="594123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S_LOAD_I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I_wen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6" name="자유형: 도형 15">
            <a:extLst>
              <a:ext uri="{FF2B5EF4-FFF2-40B4-BE49-F238E27FC236}">
                <a16:creationId xmlns:a16="http://schemas.microsoft.com/office/drawing/2014/main" id="{7FFD15D2-EBE1-6385-1898-678A27C1382F}"/>
              </a:ext>
            </a:extLst>
          </p:cNvPr>
          <p:cNvSpPr/>
          <p:nvPr/>
        </p:nvSpPr>
        <p:spPr>
          <a:xfrm rot="2097033">
            <a:off x="6731632" y="2574389"/>
            <a:ext cx="176636" cy="117488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329EAD-ACA1-C512-FC4F-474088BCAE43}"/>
              </a:ext>
            </a:extLst>
          </p:cNvPr>
          <p:cNvSpPr txBox="1"/>
          <p:nvPr/>
        </p:nvSpPr>
        <p:spPr>
          <a:xfrm>
            <a:off x="6284370" y="2636224"/>
            <a:ext cx="8188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==001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0E0C72-8DA8-6874-8BE1-A51C172AA6DE}"/>
              </a:ext>
            </a:extLst>
          </p:cNvPr>
          <p:cNvSpPr txBox="1"/>
          <p:nvPr/>
        </p:nvSpPr>
        <p:spPr>
          <a:xfrm>
            <a:off x="3868056" y="214453"/>
            <a:ext cx="28884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 </a:t>
            </a:r>
            <a:r>
              <a:rPr lang="en-US" altLang="ko-KR" sz="1100" b="1" dirty="0">
                <a:sym typeface="Wingdings" panose="05000000000000000000" pitchFamily="2" charset="2"/>
              </a:rPr>
              <a:t> control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valid</a:t>
            </a:r>
          </a:p>
          <a:p>
            <a:r>
              <a:rPr lang="en-US" altLang="ko-KR" sz="1100" dirty="0"/>
              <a:t>FPU/ACC: done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F7ADDC-2065-9189-1B9F-CFA6F700ACCC}"/>
              </a:ext>
            </a:extLst>
          </p:cNvPr>
          <p:cNvSpPr txBox="1"/>
          <p:nvPr/>
        </p:nvSpPr>
        <p:spPr>
          <a:xfrm>
            <a:off x="5509000" y="214453"/>
            <a:ext cx="288849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b="1" dirty="0"/>
              <a:t>Control signal </a:t>
            </a:r>
          </a:p>
          <a:p>
            <a:r>
              <a:rPr lang="en-US" altLang="ko-KR" sz="1100" b="1" dirty="0"/>
              <a:t>(control </a:t>
            </a:r>
            <a:r>
              <a:rPr lang="en-US" altLang="ko-KR" sz="1100" b="1" dirty="0">
                <a:sym typeface="Wingdings" panose="05000000000000000000" pitchFamily="2" charset="2"/>
              </a:rPr>
              <a:t> </a:t>
            </a:r>
            <a:r>
              <a:rPr lang="en-US" altLang="ko-KR" sz="1100" b="1" dirty="0" err="1"/>
              <a:t>datapath</a:t>
            </a:r>
            <a:r>
              <a:rPr lang="en-US" altLang="ko-KR" sz="1100" b="1" dirty="0"/>
              <a:t>)</a:t>
            </a:r>
          </a:p>
          <a:p>
            <a:r>
              <a:rPr lang="en-US" altLang="ko-KR" sz="1100" dirty="0"/>
              <a:t>RF/OR: wen(write enable)</a:t>
            </a:r>
          </a:p>
          <a:p>
            <a:r>
              <a:rPr lang="en-US" altLang="ko-KR" sz="1100" dirty="0"/>
              <a:t>FPU: start</a:t>
            </a:r>
          </a:p>
          <a:p>
            <a:r>
              <a:rPr lang="en-US" altLang="ko-KR" sz="1100" dirty="0"/>
              <a:t>ACC: select</a:t>
            </a: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CB09D2F0-BC38-E97F-DB8E-E8F3A3E50142}"/>
              </a:ext>
            </a:extLst>
          </p:cNvPr>
          <p:cNvSpPr/>
          <p:nvPr/>
        </p:nvSpPr>
        <p:spPr>
          <a:xfrm rot="12906250">
            <a:off x="7024592" y="2714234"/>
            <a:ext cx="223648" cy="118536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B797C9FB-AC5C-7D44-4D32-498B11D4780A}"/>
              </a:ext>
            </a:extLst>
          </p:cNvPr>
          <p:cNvSpPr/>
          <p:nvPr/>
        </p:nvSpPr>
        <p:spPr>
          <a:xfrm>
            <a:off x="8811156" y="3613621"/>
            <a:ext cx="1714500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fpu_start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1ECE6000-4B14-C6CC-6498-AECA5625F6C4}"/>
              </a:ext>
            </a:extLst>
          </p:cNvPr>
          <p:cNvSpPr/>
          <p:nvPr/>
        </p:nvSpPr>
        <p:spPr>
          <a:xfrm rot="5400000">
            <a:off x="7770896" y="2768629"/>
            <a:ext cx="186822" cy="1956522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18E604-B801-E978-59ED-DCD70EEAC4A4}"/>
              </a:ext>
            </a:extLst>
          </p:cNvPr>
          <p:cNvSpPr txBox="1"/>
          <p:nvPr/>
        </p:nvSpPr>
        <p:spPr>
          <a:xfrm>
            <a:off x="7934778" y="3284737"/>
            <a:ext cx="1151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==010 </a:t>
            </a:r>
          </a:p>
          <a:p>
            <a:pPr algn="ctr"/>
            <a:r>
              <a:rPr lang="en-US" altLang="ko-KR" sz="1000" dirty="0"/>
              <a:t>&amp; w/</a:t>
            </a:r>
            <a:r>
              <a:rPr lang="en-US" altLang="ko-KR" sz="1000" dirty="0" err="1"/>
              <a:t>I_rf_valid</a:t>
            </a:r>
            <a:endParaRPr lang="en-US" altLang="ko-KR" sz="1000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79BB6E43-A8C2-AD4E-77FB-9BEC8C4F8294}"/>
              </a:ext>
            </a:extLst>
          </p:cNvPr>
          <p:cNvSpPr/>
          <p:nvPr/>
        </p:nvSpPr>
        <p:spPr>
          <a:xfrm rot="12682171">
            <a:off x="9625027" y="4228507"/>
            <a:ext cx="186822" cy="812381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22DF1616-CC89-0275-23A4-B5F8F5EAD3A0}"/>
              </a:ext>
            </a:extLst>
          </p:cNvPr>
          <p:cNvSpPr/>
          <p:nvPr/>
        </p:nvSpPr>
        <p:spPr>
          <a:xfrm>
            <a:off x="7156450" y="4786113"/>
            <a:ext cx="2482254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S_COMPUTE_DONE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fpu_rf_wen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17EEAB-A67A-DA4B-AE66-668289595543}"/>
              </a:ext>
            </a:extLst>
          </p:cNvPr>
          <p:cNvSpPr txBox="1"/>
          <p:nvPr/>
        </p:nvSpPr>
        <p:spPr>
          <a:xfrm>
            <a:off x="9572581" y="4557685"/>
            <a:ext cx="11399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fpu_done</a:t>
            </a:r>
            <a:endParaRPr lang="en-US" altLang="ko-KR" sz="1000" dirty="0"/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2442F5BE-6D77-322E-8822-CCDD839E3B3C}"/>
              </a:ext>
            </a:extLst>
          </p:cNvPr>
          <p:cNvSpPr/>
          <p:nvPr/>
        </p:nvSpPr>
        <p:spPr>
          <a:xfrm rot="18790312">
            <a:off x="6786564" y="4056280"/>
            <a:ext cx="186822" cy="1115480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291D71E-66CC-E5AA-839F-AC4566891A5D}"/>
              </a:ext>
            </a:extLst>
          </p:cNvPr>
          <p:cNvSpPr/>
          <p:nvPr/>
        </p:nvSpPr>
        <p:spPr>
          <a:xfrm>
            <a:off x="4211126" y="5287209"/>
            <a:ext cx="1714500" cy="691394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acc_select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cnt</a:t>
            </a:r>
            <a:r>
              <a:rPr lang="en-US" altLang="ko-KR" sz="1000" dirty="0">
                <a:solidFill>
                  <a:schemeClr val="tx1"/>
                </a:solidFill>
              </a:rPr>
              <a:t>++</a:t>
            </a: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1F7EF3DE-5BC9-3A90-A5D9-FABAAA5BCE09}"/>
              </a:ext>
            </a:extLst>
          </p:cNvPr>
          <p:cNvSpPr/>
          <p:nvPr/>
        </p:nvSpPr>
        <p:spPr>
          <a:xfrm rot="11983112">
            <a:off x="5723957" y="4172030"/>
            <a:ext cx="223648" cy="1241927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AD948C-DE84-D469-7DD8-C7ED87B4B19B}"/>
              </a:ext>
            </a:extLst>
          </p:cNvPr>
          <p:cNvSpPr txBox="1"/>
          <p:nvPr/>
        </p:nvSpPr>
        <p:spPr>
          <a:xfrm>
            <a:off x="5571045" y="4987629"/>
            <a:ext cx="11855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==011 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fpu_rf_valid</a:t>
            </a:r>
            <a:endParaRPr lang="en-US" altLang="ko-KR" sz="1000" dirty="0"/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1CE1478C-B839-1A5B-F118-95FC90257E72}"/>
              </a:ext>
            </a:extLst>
          </p:cNvPr>
          <p:cNvSpPr/>
          <p:nvPr/>
        </p:nvSpPr>
        <p:spPr>
          <a:xfrm rot="19186909">
            <a:off x="3705781" y="4688929"/>
            <a:ext cx="223648" cy="108555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7DB149FC-F17A-FEC8-E954-5B4E0B084C7B}"/>
              </a:ext>
            </a:extLst>
          </p:cNvPr>
          <p:cNvSpPr/>
          <p:nvPr/>
        </p:nvSpPr>
        <p:spPr>
          <a:xfrm rot="12362545">
            <a:off x="4667902" y="5817412"/>
            <a:ext cx="644930" cy="582265"/>
          </a:xfrm>
          <a:custGeom>
            <a:avLst/>
            <a:gdLst>
              <a:gd name="csX0" fmla="*/ 60730 w 644930"/>
              <a:gd name="csY0" fmla="*/ 644167 h 644167"/>
              <a:gd name="csX1" fmla="*/ 22630 w 644930"/>
              <a:gd name="csY1" fmla="*/ 148867 h 644167"/>
              <a:gd name="csX2" fmla="*/ 365530 w 644930"/>
              <a:gd name="csY2" fmla="*/ 9167 h 644167"/>
              <a:gd name="csX3" fmla="*/ 644930 w 644930"/>
              <a:gd name="csY3" fmla="*/ 358417 h 644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644930" h="644167">
                <a:moveTo>
                  <a:pt x="60730" y="644167"/>
                </a:moveTo>
                <a:cubicBezTo>
                  <a:pt x="16280" y="449433"/>
                  <a:pt x="-28170" y="254700"/>
                  <a:pt x="22630" y="148867"/>
                </a:cubicBezTo>
                <a:cubicBezTo>
                  <a:pt x="73430" y="43034"/>
                  <a:pt x="261813" y="-25758"/>
                  <a:pt x="365530" y="9167"/>
                </a:cubicBezTo>
                <a:cubicBezTo>
                  <a:pt x="469247" y="44092"/>
                  <a:pt x="557088" y="201254"/>
                  <a:pt x="644930" y="358417"/>
                </a:cubicBezTo>
              </a:path>
            </a:pathLst>
          </a:custGeom>
          <a:noFill/>
          <a:ln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48A877-670D-F4B9-0EA0-B43C5B996AE0}"/>
              </a:ext>
            </a:extLst>
          </p:cNvPr>
          <p:cNvSpPr txBox="1"/>
          <p:nvPr/>
        </p:nvSpPr>
        <p:spPr>
          <a:xfrm>
            <a:off x="4650833" y="6396791"/>
            <a:ext cx="8350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ACC done</a:t>
            </a: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072F504A-AB70-C1D9-16A4-48E669A7F785}"/>
              </a:ext>
            </a:extLst>
          </p:cNvPr>
          <p:cNvSpPr/>
          <p:nvPr/>
        </p:nvSpPr>
        <p:spPr>
          <a:xfrm>
            <a:off x="2352927" y="4103766"/>
            <a:ext cx="1858199" cy="651036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S_ACC_DONE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or_wen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146596D-6427-ACB0-6C7E-2FDEA7EC383C}"/>
              </a:ext>
            </a:extLst>
          </p:cNvPr>
          <p:cNvSpPr txBox="1"/>
          <p:nvPr/>
        </p:nvSpPr>
        <p:spPr>
          <a:xfrm>
            <a:off x="2799916" y="5215219"/>
            <a:ext cx="981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Acc_done</a:t>
            </a:r>
            <a:r>
              <a:rPr lang="ko-KR" altLang="en-US" sz="1000" dirty="0"/>
              <a:t> </a:t>
            </a:r>
            <a:r>
              <a:rPr lang="en-US" altLang="ko-KR" sz="1000" dirty="0"/>
              <a:t>x</a:t>
            </a:r>
            <a:r>
              <a:rPr lang="ko-KR" altLang="en-US" sz="1000" dirty="0"/>
              <a:t> </a:t>
            </a:r>
            <a:r>
              <a:rPr lang="en-US" altLang="ko-KR" sz="1000" dirty="0"/>
              <a:t>9</a:t>
            </a:r>
          </a:p>
          <a:p>
            <a:pPr algn="ctr"/>
            <a:r>
              <a:rPr lang="en-US" altLang="ko-KR" sz="1000" dirty="0"/>
              <a:t>(</a:t>
            </a:r>
            <a:r>
              <a:rPr lang="en-US" altLang="ko-KR" sz="1000" dirty="0" err="1"/>
              <a:t>cnt</a:t>
            </a:r>
            <a:r>
              <a:rPr lang="en-US" altLang="ko-KR" sz="1000" dirty="0"/>
              <a:t>==8)</a:t>
            </a: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39BBCA93-A6D9-7E46-264B-95023C497CA6}"/>
              </a:ext>
            </a:extLst>
          </p:cNvPr>
          <p:cNvSpPr/>
          <p:nvPr/>
        </p:nvSpPr>
        <p:spPr>
          <a:xfrm rot="4706947">
            <a:off x="4717674" y="3532282"/>
            <a:ext cx="45719" cy="1262215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FAA2D4DF-0A73-6CCA-0F14-F974B89E7166}"/>
              </a:ext>
            </a:extLst>
          </p:cNvPr>
          <p:cNvSpPr/>
          <p:nvPr/>
        </p:nvSpPr>
        <p:spPr>
          <a:xfrm>
            <a:off x="2067194" y="2539006"/>
            <a:ext cx="2149996" cy="654971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S_READ_RESULT</a:t>
            </a:r>
          </a:p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rst_control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발생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CE2BFB16-2DA0-2D0F-48E2-B765AF86B84E}"/>
              </a:ext>
            </a:extLst>
          </p:cNvPr>
          <p:cNvSpPr/>
          <p:nvPr/>
        </p:nvSpPr>
        <p:spPr>
          <a:xfrm rot="17626328">
            <a:off x="4259316" y="2701296"/>
            <a:ext cx="201695" cy="1883776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FE136A-6429-C21A-5036-418002E5ADD6}"/>
              </a:ext>
            </a:extLst>
          </p:cNvPr>
          <p:cNvSpPr txBox="1"/>
          <p:nvPr/>
        </p:nvSpPr>
        <p:spPr>
          <a:xfrm>
            <a:off x="2847383" y="3253369"/>
            <a:ext cx="9664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cmd</a:t>
            </a:r>
            <a:r>
              <a:rPr lang="en-US" altLang="ko-KR" sz="1000" dirty="0"/>
              <a:t>==100</a:t>
            </a:r>
          </a:p>
          <a:p>
            <a:pPr algn="ctr"/>
            <a:r>
              <a:rPr lang="en-US" altLang="ko-KR" sz="1000" dirty="0"/>
              <a:t>&amp; </a:t>
            </a:r>
            <a:r>
              <a:rPr lang="en-US" altLang="ko-KR" sz="1000" dirty="0" err="1"/>
              <a:t>or_rf_valid</a:t>
            </a:r>
            <a:endParaRPr lang="en-US" altLang="ko-KR" sz="1000" dirty="0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BAD416FF-0138-27B7-AC1C-1A79C5D3864A}"/>
              </a:ext>
            </a:extLst>
          </p:cNvPr>
          <p:cNvSpPr/>
          <p:nvPr/>
        </p:nvSpPr>
        <p:spPr>
          <a:xfrm rot="7218661">
            <a:off x="4756893" y="2513784"/>
            <a:ext cx="201695" cy="1504179"/>
          </a:xfrm>
          <a:custGeom>
            <a:avLst/>
            <a:gdLst>
              <a:gd name="csX0" fmla="*/ 553159 w 553159"/>
              <a:gd name="csY0" fmla="*/ 0 h 1803400"/>
              <a:gd name="csX1" fmla="*/ 709 w 553159"/>
              <a:gd name="csY1" fmla="*/ 857250 h 1803400"/>
              <a:gd name="csX2" fmla="*/ 438859 w 553159"/>
              <a:gd name="csY2" fmla="*/ 1803400 h 18034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53159" h="1803400">
                <a:moveTo>
                  <a:pt x="553159" y="0"/>
                </a:moveTo>
                <a:cubicBezTo>
                  <a:pt x="286459" y="278341"/>
                  <a:pt x="19759" y="556683"/>
                  <a:pt x="709" y="857250"/>
                </a:cubicBezTo>
                <a:cubicBezTo>
                  <a:pt x="-18341" y="1157817"/>
                  <a:pt x="352076" y="1628775"/>
                  <a:pt x="438859" y="1803400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8DD204-77EF-3CBC-6938-EA1A51E7595B}"/>
              </a:ext>
            </a:extLst>
          </p:cNvPr>
          <p:cNvSpPr txBox="1"/>
          <p:nvPr/>
        </p:nvSpPr>
        <p:spPr>
          <a:xfrm>
            <a:off x="7225488" y="316162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1D8ED-EAE9-F45E-2B74-1B75F34DB762}"/>
              </a:ext>
            </a:extLst>
          </p:cNvPr>
          <p:cNvSpPr txBox="1"/>
          <p:nvPr/>
        </p:nvSpPr>
        <p:spPr>
          <a:xfrm>
            <a:off x="5738884" y="2947757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FA7AA6-8683-E971-CA23-661D7E8C544C}"/>
              </a:ext>
            </a:extLst>
          </p:cNvPr>
          <p:cNvSpPr txBox="1"/>
          <p:nvPr/>
        </p:nvSpPr>
        <p:spPr>
          <a:xfrm>
            <a:off x="4468523" y="4183063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EE01A-8BD1-E48E-F862-2ED1514560F6}"/>
              </a:ext>
            </a:extLst>
          </p:cNvPr>
          <p:cNvSpPr txBox="1"/>
          <p:nvPr/>
        </p:nvSpPr>
        <p:spPr>
          <a:xfrm>
            <a:off x="6731334" y="4461921"/>
            <a:ext cx="4438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1clk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FC60D5-3432-798B-E59F-709EEA645541}"/>
              </a:ext>
            </a:extLst>
          </p:cNvPr>
          <p:cNvSpPr txBox="1"/>
          <p:nvPr/>
        </p:nvSpPr>
        <p:spPr>
          <a:xfrm>
            <a:off x="4012605" y="3169409"/>
            <a:ext cx="1089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/>
              <a:t>SSn</a:t>
            </a:r>
            <a:r>
              <a:rPr lang="ko-KR" altLang="en-US" sz="1000" dirty="0"/>
              <a:t> </a:t>
            </a:r>
            <a:r>
              <a:rPr lang="en-US" altLang="ko-KR" sz="1000" dirty="0"/>
              <a:t>rising</a:t>
            </a:r>
            <a:r>
              <a:rPr lang="ko-KR" altLang="en-US" sz="1000" dirty="0"/>
              <a:t> </a:t>
            </a:r>
            <a:r>
              <a:rPr lang="en-US" altLang="ko-KR" sz="1000" dirty="0"/>
              <a:t>edge</a:t>
            </a:r>
          </a:p>
        </p:txBody>
      </p:sp>
    </p:spTree>
    <p:extLst>
      <p:ext uri="{BB962C8B-B14F-4D97-AF65-F5344CB8AC3E}">
        <p14:creationId xmlns:p14="http://schemas.microsoft.com/office/powerpoint/2010/main" val="38775703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441</Words>
  <Application>Microsoft Office PowerPoint</Application>
  <PresentationFormat>와이드스크린</PresentationFormat>
  <Paragraphs>191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노지우</dc:creator>
  <cp:lastModifiedBy>김초희</cp:lastModifiedBy>
  <cp:revision>29</cp:revision>
  <cp:lastPrinted>2026-05-19T07:34:10Z</cp:lastPrinted>
  <dcterms:created xsi:type="dcterms:W3CDTF">2026-05-16T04:57:44Z</dcterms:created>
  <dcterms:modified xsi:type="dcterms:W3CDTF">2026-05-27T04:14:10Z</dcterms:modified>
</cp:coreProperties>
</file>